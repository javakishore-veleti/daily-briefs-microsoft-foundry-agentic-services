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63" r:id="rId4"/>
    <p:sldId id="259" r:id="rId5"/>
    <p:sldId id="257" r:id="rId6"/>
    <p:sldId id="261" r:id="rId7"/>
    <p:sldId id="262" r:id="rId8"/>
    <p:sldId id="265" r:id="rId9"/>
    <p:sldId id="266"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7300A3-1ED0-48FE-B07F-96968A1FA69D}" v="44" dt="2025-12-20T12:17:55.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ljot bakshi" userId="e18f591f5991c12c" providerId="LiveId" clId="{848BE52E-FEF7-44CF-B8AB-7264220E5FAA}"/>
    <pc:docChg chg="undo custSel addSld delSld modSld sldOrd">
      <pc:chgData name="kuljot bakshi" userId="e18f591f5991c12c" providerId="LiveId" clId="{848BE52E-FEF7-44CF-B8AB-7264220E5FAA}" dt="2025-12-20T12:18:20.308" v="768" actId="47"/>
      <pc:docMkLst>
        <pc:docMk/>
      </pc:docMkLst>
      <pc:sldChg chg="modSp mod">
        <pc:chgData name="kuljot bakshi" userId="e18f591f5991c12c" providerId="LiveId" clId="{848BE52E-FEF7-44CF-B8AB-7264220E5FAA}" dt="2025-12-20T11:51:03.838" v="0" actId="1076"/>
        <pc:sldMkLst>
          <pc:docMk/>
          <pc:sldMk cId="2099027284" sldId="256"/>
        </pc:sldMkLst>
        <pc:spChg chg="mod">
          <ac:chgData name="kuljot bakshi" userId="e18f591f5991c12c" providerId="LiveId" clId="{848BE52E-FEF7-44CF-B8AB-7264220E5FAA}" dt="2025-12-20T11:51:03.838" v="0" actId="1076"/>
          <ac:spMkLst>
            <pc:docMk/>
            <pc:sldMk cId="2099027284" sldId="256"/>
            <ac:spMk id="2" creationId="{A52B1B17-F10F-C25A-4508-023B0A09BB41}"/>
          </ac:spMkLst>
        </pc:spChg>
      </pc:sldChg>
      <pc:sldChg chg="addSp delSp modSp mod">
        <pc:chgData name="kuljot bakshi" userId="e18f591f5991c12c" providerId="LiveId" clId="{848BE52E-FEF7-44CF-B8AB-7264220E5FAA}" dt="2025-12-20T11:59:20.250" v="132" actId="13822"/>
        <pc:sldMkLst>
          <pc:docMk/>
          <pc:sldMk cId="2548582854" sldId="257"/>
        </pc:sldMkLst>
        <pc:spChg chg="mod">
          <ac:chgData name="kuljot bakshi" userId="e18f591f5991c12c" providerId="LiveId" clId="{848BE52E-FEF7-44CF-B8AB-7264220E5FAA}" dt="2025-12-20T11:58:29.960" v="121" actId="1076"/>
          <ac:spMkLst>
            <pc:docMk/>
            <pc:sldMk cId="2548582854" sldId="257"/>
            <ac:spMk id="2" creationId="{BE9890A3-E471-F7BB-65D9-33CCA17614AC}"/>
          </ac:spMkLst>
        </pc:spChg>
        <pc:spChg chg="del">
          <ac:chgData name="kuljot bakshi" userId="e18f591f5991c12c" providerId="LiveId" clId="{848BE52E-FEF7-44CF-B8AB-7264220E5FAA}" dt="2025-12-20T11:51:53.864" v="1"/>
          <ac:spMkLst>
            <pc:docMk/>
            <pc:sldMk cId="2548582854" sldId="257"/>
            <ac:spMk id="3" creationId="{BFA012FA-82F8-DFF7-68A2-E2A636CAAD57}"/>
          </ac:spMkLst>
        </pc:spChg>
        <pc:spChg chg="add mod">
          <ac:chgData name="kuljot bakshi" userId="e18f591f5991c12c" providerId="LiveId" clId="{848BE52E-FEF7-44CF-B8AB-7264220E5FAA}" dt="2025-12-20T11:59:20.250" v="132" actId="13822"/>
          <ac:spMkLst>
            <pc:docMk/>
            <pc:sldMk cId="2548582854" sldId="257"/>
            <ac:spMk id="5" creationId="{B1C6A116-49E8-F466-FCD0-C8B11FC14B9C}"/>
          </ac:spMkLst>
        </pc:spChg>
        <pc:picChg chg="add mod">
          <ac:chgData name="kuljot bakshi" userId="e18f591f5991c12c" providerId="LiveId" clId="{848BE52E-FEF7-44CF-B8AB-7264220E5FAA}" dt="2025-12-20T11:59:15.453" v="130" actId="1076"/>
          <ac:picMkLst>
            <pc:docMk/>
            <pc:sldMk cId="2548582854" sldId="257"/>
            <ac:picMk id="2050" creationId="{7B3FF6E8-ED03-D670-FAD8-A4BBFB2B89AA}"/>
          </ac:picMkLst>
        </pc:picChg>
      </pc:sldChg>
      <pc:sldChg chg="addSp delSp modSp new mod">
        <pc:chgData name="kuljot bakshi" userId="e18f591f5991c12c" providerId="LiveId" clId="{848BE52E-FEF7-44CF-B8AB-7264220E5FAA}" dt="2025-12-20T11:56:35.111" v="39" actId="1076"/>
        <pc:sldMkLst>
          <pc:docMk/>
          <pc:sldMk cId="2657204973" sldId="258"/>
        </pc:sldMkLst>
        <pc:spChg chg="mod">
          <ac:chgData name="kuljot bakshi" userId="e18f591f5991c12c" providerId="LiveId" clId="{848BE52E-FEF7-44CF-B8AB-7264220E5FAA}" dt="2025-12-20T11:56:13.319" v="34" actId="1076"/>
          <ac:spMkLst>
            <pc:docMk/>
            <pc:sldMk cId="2657204973" sldId="258"/>
            <ac:spMk id="2" creationId="{A46BD919-CF27-A6BB-1923-7EB5F18BADFF}"/>
          </ac:spMkLst>
        </pc:spChg>
        <pc:spChg chg="del">
          <ac:chgData name="kuljot bakshi" userId="e18f591f5991c12c" providerId="LiveId" clId="{848BE52E-FEF7-44CF-B8AB-7264220E5FAA}" dt="2025-12-20T11:56:02.744" v="4"/>
          <ac:spMkLst>
            <pc:docMk/>
            <pc:sldMk cId="2657204973" sldId="258"/>
            <ac:spMk id="3" creationId="{8C652EE7-4A4B-82EC-F121-7B40D3749CA3}"/>
          </ac:spMkLst>
        </pc:spChg>
        <pc:picChg chg="add mod">
          <ac:chgData name="kuljot bakshi" userId="e18f591f5991c12c" providerId="LiveId" clId="{848BE52E-FEF7-44CF-B8AB-7264220E5FAA}" dt="2025-12-20T11:56:35.111" v="39" actId="1076"/>
          <ac:picMkLst>
            <pc:docMk/>
            <pc:sldMk cId="2657204973" sldId="258"/>
            <ac:picMk id="3074" creationId="{A2F5DEEF-7ABB-457E-E642-E4075E8A322C}"/>
          </ac:picMkLst>
        </pc:picChg>
      </pc:sldChg>
      <pc:sldChg chg="addSp delSp modSp new mod">
        <pc:chgData name="kuljot bakshi" userId="e18f591f5991c12c" providerId="LiveId" clId="{848BE52E-FEF7-44CF-B8AB-7264220E5FAA}" dt="2025-12-20T11:58:15.164" v="93" actId="11529"/>
        <pc:sldMkLst>
          <pc:docMk/>
          <pc:sldMk cId="3682934522" sldId="259"/>
        </pc:sldMkLst>
        <pc:spChg chg="del">
          <ac:chgData name="kuljot bakshi" userId="e18f591f5991c12c" providerId="LiveId" clId="{848BE52E-FEF7-44CF-B8AB-7264220E5FAA}" dt="2025-12-20T11:57:14.892" v="42" actId="478"/>
          <ac:spMkLst>
            <pc:docMk/>
            <pc:sldMk cId="3682934522" sldId="259"/>
            <ac:spMk id="2" creationId="{09742D42-C808-9F52-6E20-0B987F8D4414}"/>
          </ac:spMkLst>
        </pc:spChg>
        <pc:spChg chg="del">
          <ac:chgData name="kuljot bakshi" userId="e18f591f5991c12c" providerId="LiveId" clId="{848BE52E-FEF7-44CF-B8AB-7264220E5FAA}" dt="2025-12-20T11:57:13.398" v="41"/>
          <ac:spMkLst>
            <pc:docMk/>
            <pc:sldMk cId="3682934522" sldId="259"/>
            <ac:spMk id="3" creationId="{773E200B-D280-D3D6-7239-5E65EBF7CB6E}"/>
          </ac:spMkLst>
        </pc:spChg>
        <pc:spChg chg="add mod">
          <ac:chgData name="kuljot bakshi" userId="e18f591f5991c12c" providerId="LiveId" clId="{848BE52E-FEF7-44CF-B8AB-7264220E5FAA}" dt="2025-12-20T11:57:45.607" v="53" actId="14100"/>
          <ac:spMkLst>
            <pc:docMk/>
            <pc:sldMk cId="3682934522" sldId="259"/>
            <ac:spMk id="5" creationId="{499D996D-C804-2DA2-6EA7-2224DB99B28C}"/>
          </ac:spMkLst>
        </pc:spChg>
        <pc:spChg chg="add mod">
          <ac:chgData name="kuljot bakshi" userId="e18f591f5991c12c" providerId="LiveId" clId="{848BE52E-FEF7-44CF-B8AB-7264220E5FAA}" dt="2025-12-20T11:58:09.132" v="92" actId="122"/>
          <ac:spMkLst>
            <pc:docMk/>
            <pc:sldMk cId="3682934522" sldId="259"/>
            <ac:spMk id="6" creationId="{E81D3371-3EA6-7872-2CE8-4605A52F2EF3}"/>
          </ac:spMkLst>
        </pc:spChg>
        <pc:picChg chg="add mod">
          <ac:chgData name="kuljot bakshi" userId="e18f591f5991c12c" providerId="LiveId" clId="{848BE52E-FEF7-44CF-B8AB-7264220E5FAA}" dt="2025-12-20T11:57:27.942" v="48" actId="1076"/>
          <ac:picMkLst>
            <pc:docMk/>
            <pc:sldMk cId="3682934522" sldId="259"/>
            <ac:picMk id="4" creationId="{BD425A55-B629-9458-4F4F-360EF527D1BA}"/>
          </ac:picMkLst>
        </pc:picChg>
        <pc:cxnChg chg="add">
          <ac:chgData name="kuljot bakshi" userId="e18f591f5991c12c" providerId="LiveId" clId="{848BE52E-FEF7-44CF-B8AB-7264220E5FAA}" dt="2025-12-20T11:58:15.164" v="93" actId="11529"/>
          <ac:cxnSpMkLst>
            <pc:docMk/>
            <pc:sldMk cId="3682934522" sldId="259"/>
            <ac:cxnSpMk id="8" creationId="{3038A19C-C7EF-AB78-1D0B-B7230AD0F4DE}"/>
          </ac:cxnSpMkLst>
        </pc:cxnChg>
      </pc:sldChg>
      <pc:sldChg chg="new del">
        <pc:chgData name="kuljot bakshi" userId="e18f591f5991c12c" providerId="LiveId" clId="{848BE52E-FEF7-44CF-B8AB-7264220E5FAA}" dt="2025-12-20T11:59:28.976" v="137" actId="47"/>
        <pc:sldMkLst>
          <pc:docMk/>
          <pc:sldMk cId="2729419769" sldId="260"/>
        </pc:sldMkLst>
      </pc:sldChg>
      <pc:sldChg chg="modSp add mod ord">
        <pc:chgData name="kuljot bakshi" userId="e18f591f5991c12c" providerId="LiveId" clId="{848BE52E-FEF7-44CF-B8AB-7264220E5FAA}" dt="2025-12-20T12:01:43.038" v="188" actId="20577"/>
        <pc:sldMkLst>
          <pc:docMk/>
          <pc:sldMk cId="3092136908" sldId="261"/>
        </pc:sldMkLst>
        <pc:spChg chg="mod">
          <ac:chgData name="kuljot bakshi" userId="e18f591f5991c12c" providerId="LiveId" clId="{848BE52E-FEF7-44CF-B8AB-7264220E5FAA}" dt="2025-12-20T12:01:30.568" v="141" actId="14100"/>
          <ac:spMkLst>
            <pc:docMk/>
            <pc:sldMk cId="3092136908" sldId="261"/>
            <ac:spMk id="5" creationId="{81B5A06A-4E73-EB3A-C3BA-C9A74AADBDEB}"/>
          </ac:spMkLst>
        </pc:spChg>
        <pc:spChg chg="mod">
          <ac:chgData name="kuljot bakshi" userId="e18f591f5991c12c" providerId="LiveId" clId="{848BE52E-FEF7-44CF-B8AB-7264220E5FAA}" dt="2025-12-20T12:01:43.038" v="188" actId="20577"/>
          <ac:spMkLst>
            <pc:docMk/>
            <pc:sldMk cId="3092136908" sldId="261"/>
            <ac:spMk id="6" creationId="{42CA0287-0641-51D1-10E0-CB2F41968AF5}"/>
          </ac:spMkLst>
        </pc:spChg>
        <pc:cxnChg chg="mod">
          <ac:chgData name="kuljot bakshi" userId="e18f591f5991c12c" providerId="LiveId" clId="{848BE52E-FEF7-44CF-B8AB-7264220E5FAA}" dt="2025-12-20T12:01:39.573" v="171" actId="20577"/>
          <ac:cxnSpMkLst>
            <pc:docMk/>
            <pc:sldMk cId="3092136908" sldId="261"/>
            <ac:cxnSpMk id="8" creationId="{ED2ABF5E-2223-B4B5-EEE3-D0FABE34CEA6}"/>
          </ac:cxnSpMkLst>
        </pc:cxnChg>
      </pc:sldChg>
      <pc:sldChg chg="addSp delSp modSp new mod">
        <pc:chgData name="kuljot bakshi" userId="e18f591f5991c12c" providerId="LiveId" clId="{848BE52E-FEF7-44CF-B8AB-7264220E5FAA}" dt="2025-12-20T12:07:26.295" v="332" actId="1076"/>
        <pc:sldMkLst>
          <pc:docMk/>
          <pc:sldMk cId="2634925671" sldId="262"/>
        </pc:sldMkLst>
        <pc:spChg chg="mod">
          <ac:chgData name="kuljot bakshi" userId="e18f591f5991c12c" providerId="LiveId" clId="{848BE52E-FEF7-44CF-B8AB-7264220E5FAA}" dt="2025-12-20T12:03:18.591" v="236" actId="1076"/>
          <ac:spMkLst>
            <pc:docMk/>
            <pc:sldMk cId="2634925671" sldId="262"/>
            <ac:spMk id="2" creationId="{17593A14-F3CF-B9E2-FC58-DCCDAF5FF679}"/>
          </ac:spMkLst>
        </pc:spChg>
        <pc:spChg chg="add del">
          <ac:chgData name="kuljot bakshi" userId="e18f591f5991c12c" providerId="LiveId" clId="{848BE52E-FEF7-44CF-B8AB-7264220E5FAA}" dt="2025-12-20T12:03:04.636" v="192" actId="931"/>
          <ac:spMkLst>
            <pc:docMk/>
            <pc:sldMk cId="2634925671" sldId="262"/>
            <ac:spMk id="3" creationId="{A34F34ED-597A-7E1E-75E8-28F83BEADF15}"/>
          </ac:spMkLst>
        </pc:spChg>
        <pc:spChg chg="add mod">
          <ac:chgData name="kuljot bakshi" userId="e18f591f5991c12c" providerId="LiveId" clId="{848BE52E-FEF7-44CF-B8AB-7264220E5FAA}" dt="2025-12-20T12:02:53.318" v="191"/>
          <ac:spMkLst>
            <pc:docMk/>
            <pc:sldMk cId="2634925671" sldId="262"/>
            <ac:spMk id="4" creationId="{DD3A8A31-9620-6BF5-6123-37377F000B9A}"/>
          </ac:spMkLst>
        </pc:spChg>
        <pc:spChg chg="add mod">
          <ac:chgData name="kuljot bakshi" userId="e18f591f5991c12c" providerId="LiveId" clId="{848BE52E-FEF7-44CF-B8AB-7264220E5FAA}" dt="2025-12-20T12:07:26.295" v="332" actId="1076"/>
          <ac:spMkLst>
            <pc:docMk/>
            <pc:sldMk cId="2634925671" sldId="262"/>
            <ac:spMk id="8" creationId="{7DEE6797-C4C4-F046-5ECD-936D0358A844}"/>
          </ac:spMkLst>
        </pc:spChg>
        <pc:spChg chg="add mod">
          <ac:chgData name="kuljot bakshi" userId="e18f591f5991c12c" providerId="LiveId" clId="{848BE52E-FEF7-44CF-B8AB-7264220E5FAA}" dt="2025-12-20T12:07:25.778" v="331" actId="1076"/>
          <ac:spMkLst>
            <pc:docMk/>
            <pc:sldMk cId="2634925671" sldId="262"/>
            <ac:spMk id="10" creationId="{51DDD099-3000-DD71-B81C-58713E3826D4}"/>
          </ac:spMkLst>
        </pc:spChg>
        <pc:spChg chg="add mod">
          <ac:chgData name="kuljot bakshi" userId="e18f591f5991c12c" providerId="LiveId" clId="{848BE52E-FEF7-44CF-B8AB-7264220E5FAA}" dt="2025-12-20T12:07:25.574" v="330" actId="1076"/>
          <ac:spMkLst>
            <pc:docMk/>
            <pc:sldMk cId="2634925671" sldId="262"/>
            <ac:spMk id="12" creationId="{3AE3B7A4-D933-E55D-F995-454EE4BEF8F5}"/>
          </ac:spMkLst>
        </pc:spChg>
        <pc:spChg chg="add del mod">
          <ac:chgData name="kuljot bakshi" userId="e18f591f5991c12c" providerId="LiveId" clId="{848BE52E-FEF7-44CF-B8AB-7264220E5FAA}" dt="2025-12-20T12:07:25.374" v="329" actId="22"/>
          <ac:spMkLst>
            <pc:docMk/>
            <pc:sldMk cId="2634925671" sldId="262"/>
            <ac:spMk id="14" creationId="{3FFC9616-DA31-6BA2-D7D7-A3E98BA6434C}"/>
          </ac:spMkLst>
        </pc:spChg>
        <pc:picChg chg="add mod">
          <ac:chgData name="kuljot bakshi" userId="e18f591f5991c12c" providerId="LiveId" clId="{848BE52E-FEF7-44CF-B8AB-7264220E5FAA}" dt="2025-12-20T12:03:19.943" v="237" actId="1076"/>
          <ac:picMkLst>
            <pc:docMk/>
            <pc:sldMk cId="2634925671" sldId="262"/>
            <ac:picMk id="6" creationId="{781C6358-56CC-B731-0019-F632037D5172}"/>
          </ac:picMkLst>
        </pc:picChg>
      </pc:sldChg>
      <pc:sldChg chg="addSp delSp modSp new mod">
        <pc:chgData name="kuljot bakshi" userId="e18f591f5991c12c" providerId="LiveId" clId="{848BE52E-FEF7-44CF-B8AB-7264220E5FAA}" dt="2025-12-20T12:05:21.041" v="308" actId="13822"/>
        <pc:sldMkLst>
          <pc:docMk/>
          <pc:sldMk cId="439279610" sldId="263"/>
        </pc:sldMkLst>
        <pc:spChg chg="mod">
          <ac:chgData name="kuljot bakshi" userId="e18f591f5991c12c" providerId="LiveId" clId="{848BE52E-FEF7-44CF-B8AB-7264220E5FAA}" dt="2025-12-20T12:04:38.104" v="292" actId="1076"/>
          <ac:spMkLst>
            <pc:docMk/>
            <pc:sldMk cId="439279610" sldId="263"/>
            <ac:spMk id="2" creationId="{75D11FD1-D5A6-6226-7FA9-561425ABAAC3}"/>
          </ac:spMkLst>
        </pc:spChg>
        <pc:spChg chg="add del">
          <ac:chgData name="kuljot bakshi" userId="e18f591f5991c12c" providerId="LiveId" clId="{848BE52E-FEF7-44CF-B8AB-7264220E5FAA}" dt="2025-12-20T12:04:16.061" v="290" actId="931"/>
          <ac:spMkLst>
            <pc:docMk/>
            <pc:sldMk cId="439279610" sldId="263"/>
            <ac:spMk id="3" creationId="{DD1D8827-0947-16AC-EF75-5310615F949B}"/>
          </ac:spMkLst>
        </pc:spChg>
        <pc:spChg chg="add mod">
          <ac:chgData name="kuljot bakshi" userId="e18f591f5991c12c" providerId="LiveId" clId="{848BE52E-FEF7-44CF-B8AB-7264220E5FAA}" dt="2025-12-20T12:04:07.530" v="289"/>
          <ac:spMkLst>
            <pc:docMk/>
            <pc:sldMk cId="439279610" sldId="263"/>
            <ac:spMk id="4" creationId="{479A8D76-1C7E-37C3-D55E-9FEE9D07CCB9}"/>
          </ac:spMkLst>
        </pc:spChg>
        <pc:spChg chg="add mod">
          <ac:chgData name="kuljot bakshi" userId="e18f591f5991c12c" providerId="LiveId" clId="{848BE52E-FEF7-44CF-B8AB-7264220E5FAA}" dt="2025-12-20T12:05:21.041" v="308" actId="13822"/>
          <ac:spMkLst>
            <pc:docMk/>
            <pc:sldMk cId="439279610" sldId="263"/>
            <ac:spMk id="8" creationId="{B5D679F4-8EAF-1C9A-AF68-9C96E2B76DD2}"/>
          </ac:spMkLst>
        </pc:spChg>
        <pc:picChg chg="add mod">
          <ac:chgData name="kuljot bakshi" userId="e18f591f5991c12c" providerId="LiveId" clId="{848BE52E-FEF7-44CF-B8AB-7264220E5FAA}" dt="2025-12-20T12:05:16.831" v="307" actId="1076"/>
          <ac:picMkLst>
            <pc:docMk/>
            <pc:sldMk cId="439279610" sldId="263"/>
            <ac:picMk id="6" creationId="{C42762C3-0693-772E-8617-527C654A187C}"/>
          </ac:picMkLst>
        </pc:picChg>
      </pc:sldChg>
      <pc:sldChg chg="addSp delSp modSp new mod ord">
        <pc:chgData name="kuljot bakshi" userId="e18f591f5991c12c" providerId="LiveId" clId="{848BE52E-FEF7-44CF-B8AB-7264220E5FAA}" dt="2025-12-20T12:16:27.449" v="739" actId="1076"/>
        <pc:sldMkLst>
          <pc:docMk/>
          <pc:sldMk cId="905805652" sldId="264"/>
        </pc:sldMkLst>
        <pc:spChg chg="mod">
          <ac:chgData name="kuljot bakshi" userId="e18f591f5991c12c" providerId="LiveId" clId="{848BE52E-FEF7-44CF-B8AB-7264220E5FAA}" dt="2025-12-20T12:12:22.690" v="639" actId="313"/>
          <ac:spMkLst>
            <pc:docMk/>
            <pc:sldMk cId="905805652" sldId="264"/>
            <ac:spMk id="2" creationId="{87DDD877-AAC1-8CCC-2D70-12AE4F969CB9}"/>
          </ac:spMkLst>
        </pc:spChg>
        <pc:spChg chg="del">
          <ac:chgData name="kuljot bakshi" userId="e18f591f5991c12c" providerId="LiveId" clId="{848BE52E-FEF7-44CF-B8AB-7264220E5FAA}" dt="2025-12-20T12:09:16.926" v="399" actId="22"/>
          <ac:spMkLst>
            <pc:docMk/>
            <pc:sldMk cId="905805652" sldId="264"/>
            <ac:spMk id="3" creationId="{658D0953-CA5E-8635-C666-CA3DC7378330}"/>
          </ac:spMkLst>
        </pc:spChg>
        <pc:spChg chg="add mod">
          <ac:chgData name="kuljot bakshi" userId="e18f591f5991c12c" providerId="LiveId" clId="{848BE52E-FEF7-44CF-B8AB-7264220E5FAA}" dt="2025-12-20T12:12:53.160" v="643" actId="14100"/>
          <ac:spMkLst>
            <pc:docMk/>
            <pc:sldMk cId="905805652" sldId="264"/>
            <ac:spMk id="6" creationId="{49232D0D-A29D-EFE3-3D06-FA2748BCC801}"/>
          </ac:spMkLst>
        </pc:spChg>
        <pc:spChg chg="add del mod">
          <ac:chgData name="kuljot bakshi" userId="e18f591f5991c12c" providerId="LiveId" clId="{848BE52E-FEF7-44CF-B8AB-7264220E5FAA}" dt="2025-12-20T12:10:24.337" v="485"/>
          <ac:spMkLst>
            <pc:docMk/>
            <pc:sldMk cId="905805652" sldId="264"/>
            <ac:spMk id="7" creationId="{51735C95-6971-DEF0-305C-32E6A7544132}"/>
          </ac:spMkLst>
        </pc:spChg>
        <pc:spChg chg="add del mod">
          <ac:chgData name="kuljot bakshi" userId="e18f591f5991c12c" providerId="LiveId" clId="{848BE52E-FEF7-44CF-B8AB-7264220E5FAA}" dt="2025-12-20T12:13:01.495" v="648" actId="478"/>
          <ac:spMkLst>
            <pc:docMk/>
            <pc:sldMk cId="905805652" sldId="264"/>
            <ac:spMk id="8" creationId="{E2D6AB0D-49EB-BCCB-74FC-7674F579DE50}"/>
          </ac:spMkLst>
        </pc:spChg>
        <pc:spChg chg="add del">
          <ac:chgData name="kuljot bakshi" userId="e18f591f5991c12c" providerId="LiveId" clId="{848BE52E-FEF7-44CF-B8AB-7264220E5FAA}" dt="2025-12-20T12:11:10.208" v="522" actId="22"/>
          <ac:spMkLst>
            <pc:docMk/>
            <pc:sldMk cId="905805652" sldId="264"/>
            <ac:spMk id="10" creationId="{DFD29DD7-C386-4A94-DA11-6CAFBD33948E}"/>
          </ac:spMkLst>
        </pc:spChg>
        <pc:graphicFrameChg chg="add del mod modGraphic">
          <ac:chgData name="kuljot bakshi" userId="e18f591f5991c12c" providerId="LiveId" clId="{848BE52E-FEF7-44CF-B8AB-7264220E5FAA}" dt="2025-12-20T12:13:26.811" v="656" actId="3680"/>
          <ac:graphicFrameMkLst>
            <pc:docMk/>
            <pc:sldMk cId="905805652" sldId="264"/>
            <ac:graphicFrameMk id="11" creationId="{0D1DF335-AB5A-29F0-640C-C0CB78C0409B}"/>
          </ac:graphicFrameMkLst>
        </pc:graphicFrameChg>
        <pc:graphicFrameChg chg="add mod modGraphic">
          <ac:chgData name="kuljot bakshi" userId="e18f591f5991c12c" providerId="LiveId" clId="{848BE52E-FEF7-44CF-B8AB-7264220E5FAA}" dt="2025-12-20T12:16:27.449" v="739" actId="1076"/>
          <ac:graphicFrameMkLst>
            <pc:docMk/>
            <pc:sldMk cId="905805652" sldId="264"/>
            <ac:graphicFrameMk id="12" creationId="{D7383E42-6FF8-E9B5-743B-26FF3A7E14BD}"/>
          </ac:graphicFrameMkLst>
        </pc:graphicFrameChg>
        <pc:picChg chg="add mod ord">
          <ac:chgData name="kuljot bakshi" userId="e18f591f5991c12c" providerId="LiveId" clId="{848BE52E-FEF7-44CF-B8AB-7264220E5FAA}" dt="2025-12-20T12:12:57.970" v="647" actId="1076"/>
          <ac:picMkLst>
            <pc:docMk/>
            <pc:sldMk cId="905805652" sldId="264"/>
            <ac:picMk id="5" creationId="{08387875-D89E-96CD-93DB-1618BBBFB148}"/>
          </ac:picMkLst>
        </pc:picChg>
      </pc:sldChg>
      <pc:sldChg chg="modSp add mod ord">
        <pc:chgData name="kuljot bakshi" userId="e18f591f5991c12c" providerId="LiveId" clId="{848BE52E-FEF7-44CF-B8AB-7264220E5FAA}" dt="2025-12-20T12:08:05.180" v="398" actId="20577"/>
        <pc:sldMkLst>
          <pc:docMk/>
          <pc:sldMk cId="892213253" sldId="265"/>
        </pc:sldMkLst>
        <pc:spChg chg="mod">
          <ac:chgData name="kuljot bakshi" userId="e18f591f5991c12c" providerId="LiveId" clId="{848BE52E-FEF7-44CF-B8AB-7264220E5FAA}" dt="2025-12-20T12:07:52.848" v="342" actId="14100"/>
          <ac:spMkLst>
            <pc:docMk/>
            <pc:sldMk cId="892213253" sldId="265"/>
            <ac:spMk id="5" creationId="{32B863EA-BFB4-B1F7-1FE9-1B89A69EF0CE}"/>
          </ac:spMkLst>
        </pc:spChg>
        <pc:spChg chg="mod">
          <ac:chgData name="kuljot bakshi" userId="e18f591f5991c12c" providerId="LiveId" clId="{848BE52E-FEF7-44CF-B8AB-7264220E5FAA}" dt="2025-12-20T12:08:05.180" v="398" actId="20577"/>
          <ac:spMkLst>
            <pc:docMk/>
            <pc:sldMk cId="892213253" sldId="265"/>
            <ac:spMk id="6" creationId="{803FBE31-78FC-784B-F34B-BC0073213D6B}"/>
          </ac:spMkLst>
        </pc:spChg>
        <pc:cxnChg chg="mod">
          <ac:chgData name="kuljot bakshi" userId="e18f591f5991c12c" providerId="LiveId" clId="{848BE52E-FEF7-44CF-B8AB-7264220E5FAA}" dt="2025-12-20T12:08:04.289" v="392" actId="20577"/>
          <ac:cxnSpMkLst>
            <pc:docMk/>
            <pc:sldMk cId="892213253" sldId="265"/>
            <ac:cxnSpMk id="8" creationId="{BEB31348-678A-109B-73EB-DFAA64BA63AD}"/>
          </ac:cxnSpMkLst>
        </pc:cxnChg>
      </pc:sldChg>
      <pc:sldChg chg="addSp modSp add mod">
        <pc:chgData name="kuljot bakshi" userId="e18f591f5991c12c" providerId="LiveId" clId="{848BE52E-FEF7-44CF-B8AB-7264220E5FAA}" dt="2025-12-20T12:18:06.713" v="767" actId="14100"/>
        <pc:sldMkLst>
          <pc:docMk/>
          <pc:sldMk cId="2790853695" sldId="266"/>
        </pc:sldMkLst>
        <pc:spChg chg="add mod">
          <ac:chgData name="kuljot bakshi" userId="e18f591f5991c12c" providerId="LiveId" clId="{848BE52E-FEF7-44CF-B8AB-7264220E5FAA}" dt="2025-12-20T12:11:39.872" v="530" actId="14100"/>
          <ac:spMkLst>
            <pc:docMk/>
            <pc:sldMk cId="2790853695" sldId="266"/>
            <ac:spMk id="3" creationId="{C3C4BFC6-B60F-132F-C3BE-1EAB40377BDE}"/>
          </ac:spMkLst>
        </pc:spChg>
        <pc:spChg chg="mod">
          <ac:chgData name="kuljot bakshi" userId="e18f591f5991c12c" providerId="LiveId" clId="{848BE52E-FEF7-44CF-B8AB-7264220E5FAA}" dt="2025-12-20T12:11:25.200" v="525" actId="1076"/>
          <ac:spMkLst>
            <pc:docMk/>
            <pc:sldMk cId="2790853695" sldId="266"/>
            <ac:spMk id="6" creationId="{78F530B7-1FD3-880B-F541-CC1904F39CB4}"/>
          </ac:spMkLst>
        </pc:spChg>
        <pc:spChg chg="add mod">
          <ac:chgData name="kuljot bakshi" userId="e18f591f5991c12c" providerId="LiveId" clId="{848BE52E-FEF7-44CF-B8AB-7264220E5FAA}" dt="2025-12-20T12:17:41.096" v="759" actId="1076"/>
          <ac:spMkLst>
            <pc:docMk/>
            <pc:sldMk cId="2790853695" sldId="266"/>
            <ac:spMk id="7" creationId="{A930097D-5832-0CDA-37C4-B04C5396BAAA}"/>
          </ac:spMkLst>
        </pc:spChg>
        <pc:spChg chg="mod">
          <ac:chgData name="kuljot bakshi" userId="e18f591f5991c12c" providerId="LiveId" clId="{848BE52E-FEF7-44CF-B8AB-7264220E5FAA}" dt="2025-12-20T12:17:47.722" v="761" actId="1076"/>
          <ac:spMkLst>
            <pc:docMk/>
            <pc:sldMk cId="2790853695" sldId="266"/>
            <ac:spMk id="8" creationId="{6F89A907-EEDF-00FF-9D88-4589D347C174}"/>
          </ac:spMkLst>
        </pc:spChg>
        <pc:picChg chg="mod">
          <ac:chgData name="kuljot bakshi" userId="e18f591f5991c12c" providerId="LiveId" clId="{848BE52E-FEF7-44CF-B8AB-7264220E5FAA}" dt="2025-12-20T12:11:15.013" v="524" actId="1076"/>
          <ac:picMkLst>
            <pc:docMk/>
            <pc:sldMk cId="2790853695" sldId="266"/>
            <ac:picMk id="5" creationId="{8264829A-530F-7450-CA81-DDBC8D1DC67D}"/>
          </ac:picMkLst>
        </pc:picChg>
        <pc:cxnChg chg="add mod">
          <ac:chgData name="kuljot bakshi" userId="e18f591f5991c12c" providerId="LiveId" clId="{848BE52E-FEF7-44CF-B8AB-7264220E5FAA}" dt="2025-12-20T12:18:06.713" v="767" actId="14100"/>
          <ac:cxnSpMkLst>
            <pc:docMk/>
            <pc:sldMk cId="2790853695" sldId="266"/>
            <ac:cxnSpMk id="9" creationId="{2221CA30-4F10-A18B-C9C3-3DF989CCDCDA}"/>
          </ac:cxnSpMkLst>
        </pc:cxnChg>
      </pc:sldChg>
      <pc:sldChg chg="new del">
        <pc:chgData name="kuljot bakshi" userId="e18f591f5991c12c" providerId="LiveId" clId="{848BE52E-FEF7-44CF-B8AB-7264220E5FAA}" dt="2025-12-20T12:18:20.308" v="768" actId="47"/>
        <pc:sldMkLst>
          <pc:docMk/>
          <pc:sldMk cId="129836432"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B43FD-D464-43C2-AFD8-7C326FB57D46}" type="datetimeFigureOut">
              <a:rPr lang="en-IN" smtClean="0"/>
              <a:t>20-12-2025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6AE87E-DB99-42DB-A8F2-F5DA9A179E32}" type="slidenum">
              <a:rPr lang="en-IN" smtClean="0"/>
              <a:t>‹#›</a:t>
            </a:fld>
            <a:endParaRPr lang="en-IN"/>
          </a:p>
        </p:txBody>
      </p:sp>
    </p:spTree>
    <p:extLst>
      <p:ext uri="{BB962C8B-B14F-4D97-AF65-F5344CB8AC3E}">
        <p14:creationId xmlns:p14="http://schemas.microsoft.com/office/powerpoint/2010/main" val="410562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26AE87E-DB99-42DB-A8F2-F5DA9A179E32}" type="slidenum">
              <a:rPr lang="en-IN" smtClean="0"/>
              <a:t>5</a:t>
            </a:fld>
            <a:endParaRPr lang="en-IN"/>
          </a:p>
        </p:txBody>
      </p:sp>
    </p:spTree>
    <p:extLst>
      <p:ext uri="{BB962C8B-B14F-4D97-AF65-F5344CB8AC3E}">
        <p14:creationId xmlns:p14="http://schemas.microsoft.com/office/powerpoint/2010/main" val="2251220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207AF-4B4D-2532-D8DC-A1CE92F0C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4AA4B2-EFB3-883F-D749-EF92F023D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31A99C-DDE3-A3CF-68A0-A366968F36D1}"/>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5" name="Footer Placeholder 4">
            <a:extLst>
              <a:ext uri="{FF2B5EF4-FFF2-40B4-BE49-F238E27FC236}">
                <a16:creationId xmlns:a16="http://schemas.microsoft.com/office/drawing/2014/main" id="{313E2F1B-A3C5-62FB-81BD-4CD4B5D2EF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8274C-5EE4-5DDE-533C-ECFF6763CC51}"/>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4249165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8C760-48F2-AE7B-5555-16509CC7D4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02FDB8-8897-33CE-60D4-A4F63D4228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E53B61-D35E-C08C-3151-AEB103E834E1}"/>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5" name="Footer Placeholder 4">
            <a:extLst>
              <a:ext uri="{FF2B5EF4-FFF2-40B4-BE49-F238E27FC236}">
                <a16:creationId xmlns:a16="http://schemas.microsoft.com/office/drawing/2014/main" id="{B194F534-E5E3-9AF3-2959-50C9E9B722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D22DFE-4B00-7BD5-9386-9681905BE9F0}"/>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2016120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2270A-94DC-88F7-7D02-38B6EED548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09F95B-F865-2C75-09CC-039485ED75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CDB583-DA24-4030-2089-9A4B2EEC438F}"/>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5" name="Footer Placeholder 4">
            <a:extLst>
              <a:ext uri="{FF2B5EF4-FFF2-40B4-BE49-F238E27FC236}">
                <a16:creationId xmlns:a16="http://schemas.microsoft.com/office/drawing/2014/main" id="{8CA5D193-B60D-B476-7415-5AE65C7B0D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ADE85D-5E50-8B58-131B-D06A24F80D14}"/>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34741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61FB-7A3E-15DB-E730-5C4D35D248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FBDD7A-422F-B949-036A-577651B11A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0C16E2-115C-537B-CBEA-BA40C77576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DE2EA3-5F20-DA0A-84A5-BFA4066032AE}"/>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6" name="Footer Placeholder 5">
            <a:extLst>
              <a:ext uri="{FF2B5EF4-FFF2-40B4-BE49-F238E27FC236}">
                <a16:creationId xmlns:a16="http://schemas.microsoft.com/office/drawing/2014/main" id="{D7C948BD-2C88-7B63-40B7-37C23B5352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CC0993-7F48-39BF-C6D7-B8B5F35CCE6F}"/>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1316464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B0771-B211-F55D-0059-97543D0682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9E3DEB-1A79-25EC-31A8-78EF7416A9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4B83BC-170F-33A1-6CF3-0A5B66C883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792A86-A60E-BA3D-8CB0-9E85B22E9D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96E555-5C14-32CC-861F-45E027BA6A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DF81A7-8310-A65F-2D00-DB00220570CA}"/>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8" name="Footer Placeholder 7">
            <a:extLst>
              <a:ext uri="{FF2B5EF4-FFF2-40B4-BE49-F238E27FC236}">
                <a16:creationId xmlns:a16="http://schemas.microsoft.com/office/drawing/2014/main" id="{838F3148-5E1A-B4E6-2AF7-7B96A39DF0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C60A4E2-B1AB-49AF-4DE2-231B5977AB5E}"/>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1865872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7CFE2-7885-C6D1-40C5-40E4D3F27AD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338109-0B20-261A-B740-7D82E27C7E86}"/>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4" name="Footer Placeholder 3">
            <a:extLst>
              <a:ext uri="{FF2B5EF4-FFF2-40B4-BE49-F238E27FC236}">
                <a16:creationId xmlns:a16="http://schemas.microsoft.com/office/drawing/2014/main" id="{05CC6E10-451D-6BA1-2A6D-BA75F557E5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475FB71-F7F8-ABFF-9A5A-A079AE20069C}"/>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2184574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D4E7FF-FA8F-49D5-66D5-B97AC0610482}"/>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3" name="Footer Placeholder 2">
            <a:extLst>
              <a:ext uri="{FF2B5EF4-FFF2-40B4-BE49-F238E27FC236}">
                <a16:creationId xmlns:a16="http://schemas.microsoft.com/office/drawing/2014/main" id="{D9EC83D4-A77E-2486-7A90-0ABA4177AE8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642B84-2183-5F8E-145A-371446AA7FAE}"/>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197016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4AF0-8854-3DF4-36F3-178521D30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DB0617-BF21-C451-FE33-7B607D0107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93781A7-7770-C134-D055-BA4909CEB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3CEB1B-D5E1-6AE4-D9F3-852C80528561}"/>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6" name="Footer Placeholder 5">
            <a:extLst>
              <a:ext uri="{FF2B5EF4-FFF2-40B4-BE49-F238E27FC236}">
                <a16:creationId xmlns:a16="http://schemas.microsoft.com/office/drawing/2014/main" id="{54DE5FB5-C972-7953-A1A7-B145785927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83D4DE-9B7F-AEDF-5DD8-3ECBB16DBA32}"/>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3170319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853A-64C1-EAC3-9538-D669AB08D9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DEBDC2-AAEE-0B73-B099-9B222AB21F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A52142-E3D0-D835-5C53-E4A864DB78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7C4D1D-1AD8-9AC3-9C3B-5CFFFE7B3EA1}"/>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6" name="Footer Placeholder 5">
            <a:extLst>
              <a:ext uri="{FF2B5EF4-FFF2-40B4-BE49-F238E27FC236}">
                <a16:creationId xmlns:a16="http://schemas.microsoft.com/office/drawing/2014/main" id="{2D19DA01-0616-F0A0-AC37-F72D3DFB9B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9F5355-B867-4051-DB52-95E09D511CEF}"/>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78491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CD87-43A0-C155-AF53-89FC11D4F5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70F163-8F42-12AE-D52B-0E43073D8C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B0013F-809A-EE53-6C1A-BFE0E2FDD005}"/>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5" name="Footer Placeholder 4">
            <a:extLst>
              <a:ext uri="{FF2B5EF4-FFF2-40B4-BE49-F238E27FC236}">
                <a16:creationId xmlns:a16="http://schemas.microsoft.com/office/drawing/2014/main" id="{5646E648-7A3B-3245-5B0C-7CAE384611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64A5AB-A03E-D526-E74F-3FC1F4B9751B}"/>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858467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100AD1-D518-4376-79BE-0195326EFE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F31BFA-619D-6860-5EDC-A3D08728C6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938150-6EF3-529A-54D4-AE34C0E3E8CD}"/>
              </a:ext>
            </a:extLst>
          </p:cNvPr>
          <p:cNvSpPr>
            <a:spLocks noGrp="1"/>
          </p:cNvSpPr>
          <p:nvPr>
            <p:ph type="dt" sz="half" idx="10"/>
          </p:nvPr>
        </p:nvSpPr>
        <p:spPr/>
        <p:txBody>
          <a:bodyPr/>
          <a:lstStyle/>
          <a:p>
            <a:fld id="{71DD0262-3DB9-4AF4-8013-937AAF9824C9}" type="datetimeFigureOut">
              <a:rPr lang="en-IN" smtClean="0"/>
              <a:t>20-12-2025</a:t>
            </a:fld>
            <a:endParaRPr lang="en-IN"/>
          </a:p>
        </p:txBody>
      </p:sp>
      <p:sp>
        <p:nvSpPr>
          <p:cNvPr id="5" name="Footer Placeholder 4">
            <a:extLst>
              <a:ext uri="{FF2B5EF4-FFF2-40B4-BE49-F238E27FC236}">
                <a16:creationId xmlns:a16="http://schemas.microsoft.com/office/drawing/2014/main" id="{E37F3EF0-AAD4-1BFB-D8F7-2B3C44FA29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A7FA13-E9D8-4373-256F-2E7B3967C24B}"/>
              </a:ext>
            </a:extLst>
          </p:cNvPr>
          <p:cNvSpPr>
            <a:spLocks noGrp="1"/>
          </p:cNvSpPr>
          <p:nvPr>
            <p:ph type="sldNum" sz="quarter" idx="12"/>
          </p:nvPr>
        </p:nvSpPr>
        <p:spPr/>
        <p:txBody>
          <a:bodyPr/>
          <a:lstStyle/>
          <a:p>
            <a:fld id="{87A2C8D0-BD9E-4F2E-B2B2-DABC21D022F3}" type="slidenum">
              <a:rPr lang="en-IN" smtClean="0"/>
              <a:t>‹#›</a:t>
            </a:fld>
            <a:endParaRPr lang="en-IN"/>
          </a:p>
        </p:txBody>
      </p:sp>
    </p:spTree>
    <p:extLst>
      <p:ext uri="{BB962C8B-B14F-4D97-AF65-F5344CB8AC3E}">
        <p14:creationId xmlns:p14="http://schemas.microsoft.com/office/powerpoint/2010/main" val="2926053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6D4A96-81E6-B008-FE33-4524A33000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C74D43-E960-D8C9-B5B1-74DFE864DC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442421-956C-A3C3-14A1-AF8D3E501D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DD0262-3DB9-4AF4-8013-937AAF9824C9}" type="datetimeFigureOut">
              <a:rPr lang="en-IN" smtClean="0"/>
              <a:t>20-12-2025</a:t>
            </a:fld>
            <a:endParaRPr lang="en-IN"/>
          </a:p>
        </p:txBody>
      </p:sp>
      <p:sp>
        <p:nvSpPr>
          <p:cNvPr id="5" name="Footer Placeholder 4">
            <a:extLst>
              <a:ext uri="{FF2B5EF4-FFF2-40B4-BE49-F238E27FC236}">
                <a16:creationId xmlns:a16="http://schemas.microsoft.com/office/drawing/2014/main" id="{53B024DD-2D25-A844-F6B7-027512ED04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28BC642-00ED-C52D-6C64-0C01C3423D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A2C8D0-BD9E-4F2E-B2B2-DABC21D022F3}" type="slidenum">
              <a:rPr lang="en-IN" smtClean="0"/>
              <a:t>‹#›</a:t>
            </a:fld>
            <a:endParaRPr lang="en-IN"/>
          </a:p>
        </p:txBody>
      </p:sp>
    </p:spTree>
    <p:extLst>
      <p:ext uri="{BB962C8B-B14F-4D97-AF65-F5344CB8AC3E}">
        <p14:creationId xmlns:p14="http://schemas.microsoft.com/office/powerpoint/2010/main" val="3803041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1B17-F10F-C25A-4508-023B0A09BB41}"/>
              </a:ext>
            </a:extLst>
          </p:cNvPr>
          <p:cNvSpPr>
            <a:spLocks noGrp="1"/>
          </p:cNvSpPr>
          <p:nvPr>
            <p:ph type="ctrTitle"/>
          </p:nvPr>
        </p:nvSpPr>
        <p:spPr>
          <a:xfrm>
            <a:off x="1524000" y="3557338"/>
            <a:ext cx="9144000" cy="2387600"/>
          </a:xfrm>
        </p:spPr>
        <p:txBody>
          <a:bodyPr/>
          <a:lstStyle/>
          <a:p>
            <a:r>
              <a:rPr lang="en-US" dirty="0"/>
              <a:t>Architectural Anatomy of the A2A Protocol</a:t>
            </a:r>
            <a:endParaRPr lang="en-IN" dirty="0"/>
          </a:p>
        </p:txBody>
      </p:sp>
      <p:pic>
        <p:nvPicPr>
          <p:cNvPr id="1028" name="Picture 4" descr="Google's NEW A2A Protocol Is Here! (A Way for AI Agents to Chat) -  Tutorials Dojo">
            <a:extLst>
              <a:ext uri="{FF2B5EF4-FFF2-40B4-BE49-F238E27FC236}">
                <a16:creationId xmlns:a16="http://schemas.microsoft.com/office/drawing/2014/main" id="{40AB8193-91C9-7F99-B90B-B98C77002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0" y="398123"/>
            <a:ext cx="51435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02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BD919-CF27-A6BB-1923-7EB5F18BADFF}"/>
              </a:ext>
            </a:extLst>
          </p:cNvPr>
          <p:cNvSpPr>
            <a:spLocks noGrp="1"/>
          </p:cNvSpPr>
          <p:nvPr>
            <p:ph type="title"/>
          </p:nvPr>
        </p:nvSpPr>
        <p:spPr>
          <a:xfrm>
            <a:off x="838199" y="-107487"/>
            <a:ext cx="10515600" cy="1325563"/>
          </a:xfrm>
        </p:spPr>
        <p:txBody>
          <a:bodyPr/>
          <a:lstStyle/>
          <a:p>
            <a:pPr algn="ctr"/>
            <a:r>
              <a:rPr lang="en-US" dirty="0"/>
              <a:t>The A2A Request Lifecycle</a:t>
            </a:r>
            <a:endParaRPr lang="en-IN" dirty="0"/>
          </a:p>
        </p:txBody>
      </p:sp>
      <p:pic>
        <p:nvPicPr>
          <p:cNvPr id="3074" name="Picture 2" descr="Architecting the Agent Internet — Choosing &amp; Combining AI Protocols | by  Akanksha Sinha | Medium">
            <a:extLst>
              <a:ext uri="{FF2B5EF4-FFF2-40B4-BE49-F238E27FC236}">
                <a16:creationId xmlns:a16="http://schemas.microsoft.com/office/drawing/2014/main" id="{A2F5DEEF-7ABB-457E-E642-E4075E8A32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5096" y="807632"/>
            <a:ext cx="4216322" cy="59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204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11FD1-D5A6-6226-7FA9-561425ABAAC3}"/>
              </a:ext>
            </a:extLst>
          </p:cNvPr>
          <p:cNvSpPr>
            <a:spLocks noGrp="1"/>
          </p:cNvSpPr>
          <p:nvPr>
            <p:ph type="title"/>
          </p:nvPr>
        </p:nvSpPr>
        <p:spPr>
          <a:xfrm>
            <a:off x="838200" y="-53664"/>
            <a:ext cx="10515600" cy="1325563"/>
          </a:xfrm>
        </p:spPr>
        <p:txBody>
          <a:bodyPr/>
          <a:lstStyle/>
          <a:p>
            <a:pPr algn="ctr"/>
            <a:r>
              <a:rPr lang="en-US" dirty="0"/>
              <a:t>JSON-RPC Transport Stream in A2A</a:t>
            </a:r>
            <a:endParaRPr lang="en-IN" dirty="0"/>
          </a:p>
        </p:txBody>
      </p:sp>
      <p:pic>
        <p:nvPicPr>
          <p:cNvPr id="6" name="Content Placeholder 5">
            <a:extLst>
              <a:ext uri="{FF2B5EF4-FFF2-40B4-BE49-F238E27FC236}">
                <a16:creationId xmlns:a16="http://schemas.microsoft.com/office/drawing/2014/main" id="{C42762C3-0693-772E-8617-527C654A18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4755" y="1552639"/>
            <a:ext cx="6527007" cy="4351338"/>
          </a:xfrm>
        </p:spPr>
      </p:pic>
      <p:sp>
        <p:nvSpPr>
          <p:cNvPr id="8" name="TextBox 7">
            <a:extLst>
              <a:ext uri="{FF2B5EF4-FFF2-40B4-BE49-F238E27FC236}">
                <a16:creationId xmlns:a16="http://schemas.microsoft.com/office/drawing/2014/main" id="{B5D679F4-8EAF-1C9A-AF68-9C96E2B76DD2}"/>
              </a:ext>
            </a:extLst>
          </p:cNvPr>
          <p:cNvSpPr txBox="1"/>
          <p:nvPr/>
        </p:nvSpPr>
        <p:spPr>
          <a:xfrm>
            <a:off x="240238" y="1466151"/>
            <a:ext cx="4955314"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IN" sz="1600" b="1" dirty="0"/>
              <a:t>A2A JSON-RPC Transport &amp; Streaming</a:t>
            </a:r>
            <a:endParaRPr lang="en-IN" sz="1600" dirty="0"/>
          </a:p>
          <a:p>
            <a:pPr>
              <a:buFont typeface="Arial" panose="020B0604020202020204" pitchFamily="34" charset="0"/>
              <a:buChar char="•"/>
            </a:pPr>
            <a:r>
              <a:rPr lang="en-IN" sz="1600" dirty="0"/>
              <a:t>Uses </a:t>
            </a:r>
            <a:r>
              <a:rPr lang="en-IN" sz="1600" b="1" dirty="0"/>
              <a:t>JSON-RPC 2.0</a:t>
            </a:r>
            <a:r>
              <a:rPr lang="en-IN" sz="1600" dirty="0"/>
              <a:t> as the message envelope</a:t>
            </a:r>
          </a:p>
          <a:p>
            <a:pPr>
              <a:buFont typeface="Arial" panose="020B0604020202020204" pitchFamily="34" charset="0"/>
              <a:buChar char="•"/>
            </a:pPr>
            <a:endParaRPr lang="en-IN" sz="1600" dirty="0"/>
          </a:p>
          <a:p>
            <a:pPr>
              <a:buFont typeface="Arial" panose="020B0604020202020204" pitchFamily="34" charset="0"/>
              <a:buChar char="•"/>
            </a:pPr>
            <a:r>
              <a:rPr lang="en-IN" sz="1600" dirty="0"/>
              <a:t>Transported over </a:t>
            </a:r>
            <a:r>
              <a:rPr lang="en-IN" sz="1600" b="1" dirty="0"/>
              <a:t>HTTP POST</a:t>
            </a:r>
            <a:r>
              <a:rPr lang="en-IN" sz="1600" dirty="0"/>
              <a:t> (request → response)</a:t>
            </a:r>
          </a:p>
          <a:p>
            <a:pPr>
              <a:buFont typeface="Arial" panose="020B0604020202020204" pitchFamily="34" charset="0"/>
              <a:buChar char="•"/>
            </a:pPr>
            <a:endParaRPr lang="en-IN" sz="1600" dirty="0"/>
          </a:p>
          <a:p>
            <a:pPr>
              <a:buFont typeface="Arial" panose="020B0604020202020204" pitchFamily="34" charset="0"/>
              <a:buChar char="•"/>
            </a:pPr>
            <a:r>
              <a:rPr lang="en-IN" sz="1600" dirty="0"/>
              <a:t>Supports </a:t>
            </a:r>
            <a:r>
              <a:rPr lang="en-IN" sz="1600" b="1" dirty="0"/>
              <a:t>stateless invocation</a:t>
            </a:r>
            <a:r>
              <a:rPr lang="en-IN" sz="1600" dirty="0"/>
              <a:t> between agents</a:t>
            </a:r>
          </a:p>
          <a:p>
            <a:pPr>
              <a:buFont typeface="Arial" panose="020B0604020202020204" pitchFamily="34" charset="0"/>
              <a:buChar char="•"/>
            </a:pPr>
            <a:endParaRPr lang="en-IN" sz="1600" dirty="0"/>
          </a:p>
          <a:p>
            <a:pPr>
              <a:buFont typeface="Arial" panose="020B0604020202020204" pitchFamily="34" charset="0"/>
              <a:buChar char="•"/>
            </a:pPr>
            <a:r>
              <a:rPr lang="en-IN" sz="1600" b="1" dirty="0"/>
              <a:t>SSE streaming (optional)</a:t>
            </a:r>
            <a:r>
              <a:rPr lang="en-IN" sz="1600" dirty="0"/>
              <a:t> for incremental updates</a:t>
            </a:r>
          </a:p>
          <a:p>
            <a:pPr>
              <a:buFont typeface="Arial" panose="020B0604020202020204" pitchFamily="34" charset="0"/>
              <a:buChar char="•"/>
            </a:pPr>
            <a:endParaRPr lang="en-IN" sz="1600" dirty="0"/>
          </a:p>
          <a:p>
            <a:pPr>
              <a:buFont typeface="Arial" panose="020B0604020202020204" pitchFamily="34" charset="0"/>
              <a:buChar char="•"/>
            </a:pPr>
            <a:r>
              <a:rPr lang="en-IN" sz="1600" dirty="0"/>
              <a:t>Streaming enables </a:t>
            </a:r>
            <a:r>
              <a:rPr lang="en-IN" sz="1600" b="1" dirty="0"/>
              <a:t>long-running tasks</a:t>
            </a:r>
            <a:r>
              <a:rPr lang="en-IN" sz="1600" dirty="0"/>
              <a:t> without blocking</a:t>
            </a:r>
          </a:p>
          <a:p>
            <a:pPr>
              <a:buFont typeface="Arial" panose="020B0604020202020204" pitchFamily="34" charset="0"/>
              <a:buChar char="•"/>
            </a:pPr>
            <a:endParaRPr lang="en-IN" sz="1600" dirty="0"/>
          </a:p>
          <a:p>
            <a:pPr>
              <a:buFont typeface="Arial" panose="020B0604020202020204" pitchFamily="34" charset="0"/>
              <a:buChar char="•"/>
            </a:pPr>
            <a:r>
              <a:rPr lang="en-IN" sz="1600" dirty="0"/>
              <a:t>Task states flow as: </a:t>
            </a:r>
            <a:r>
              <a:rPr lang="en-IN" sz="1600" b="1" dirty="0"/>
              <a:t>queued → running → completed</a:t>
            </a:r>
          </a:p>
          <a:p>
            <a:pPr>
              <a:buFont typeface="Arial" panose="020B0604020202020204" pitchFamily="34" charset="0"/>
              <a:buChar char="•"/>
            </a:pPr>
            <a:endParaRPr lang="en-IN" sz="1600" dirty="0"/>
          </a:p>
          <a:p>
            <a:pPr>
              <a:buFont typeface="Arial" panose="020B0604020202020204" pitchFamily="34" charset="0"/>
              <a:buChar char="•"/>
            </a:pPr>
            <a:r>
              <a:rPr lang="en-IN" sz="1600" dirty="0"/>
              <a:t>Works with </a:t>
            </a:r>
            <a:r>
              <a:rPr lang="en-IN" sz="1600" b="1" dirty="0"/>
              <a:t>task IDs</a:t>
            </a:r>
            <a:r>
              <a:rPr lang="en-IN" sz="1600" dirty="0"/>
              <a:t> for async tracking</a:t>
            </a:r>
          </a:p>
          <a:p>
            <a:pPr>
              <a:buFont typeface="Arial" panose="020B0604020202020204" pitchFamily="34" charset="0"/>
              <a:buChar char="•"/>
            </a:pPr>
            <a:endParaRPr lang="en-IN" sz="1600" dirty="0"/>
          </a:p>
          <a:p>
            <a:pPr>
              <a:buFont typeface="Arial" panose="020B0604020202020204" pitchFamily="34" charset="0"/>
              <a:buChar char="•"/>
            </a:pPr>
            <a:r>
              <a:rPr lang="en-IN" sz="1600" dirty="0"/>
              <a:t>No tight coupling — agents communicate via </a:t>
            </a:r>
            <a:r>
              <a:rPr lang="en-IN" sz="1600" b="1" dirty="0"/>
              <a:t>open protocol</a:t>
            </a:r>
            <a:endParaRPr lang="en-IN" sz="1600" dirty="0"/>
          </a:p>
        </p:txBody>
      </p:sp>
    </p:spTree>
    <p:extLst>
      <p:ext uri="{BB962C8B-B14F-4D97-AF65-F5344CB8AC3E}">
        <p14:creationId xmlns:p14="http://schemas.microsoft.com/office/powerpoint/2010/main" val="439279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rchitecting the Agent Internet — Choosing &amp; Combining AI Protocols | by  Akanksha Sinha | Medium">
            <a:extLst>
              <a:ext uri="{FF2B5EF4-FFF2-40B4-BE49-F238E27FC236}">
                <a16:creationId xmlns:a16="http://schemas.microsoft.com/office/drawing/2014/main" id="{BD425A55-B629-9458-4F4F-360EF527D1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30923" y="176158"/>
            <a:ext cx="4630220" cy="6505683"/>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499D996D-C804-2DA2-6EA7-2224DB99B28C}"/>
              </a:ext>
            </a:extLst>
          </p:cNvPr>
          <p:cNvSpPr/>
          <p:nvPr/>
        </p:nvSpPr>
        <p:spPr>
          <a:xfrm>
            <a:off x="6339155" y="1089060"/>
            <a:ext cx="2835667" cy="647273"/>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6" name="TextBox 5">
            <a:extLst>
              <a:ext uri="{FF2B5EF4-FFF2-40B4-BE49-F238E27FC236}">
                <a16:creationId xmlns:a16="http://schemas.microsoft.com/office/drawing/2014/main" id="{E81D3371-3EA6-7872-2CE8-4605A52F2EF3}"/>
              </a:ext>
            </a:extLst>
          </p:cNvPr>
          <p:cNvSpPr txBox="1"/>
          <p:nvPr/>
        </p:nvSpPr>
        <p:spPr>
          <a:xfrm>
            <a:off x="678094" y="1284270"/>
            <a:ext cx="3595955" cy="954107"/>
          </a:xfrm>
          <a:prstGeom prst="rect">
            <a:avLst/>
          </a:prstGeom>
          <a:noFill/>
        </p:spPr>
        <p:txBody>
          <a:bodyPr wrap="square" rtlCol="0">
            <a:spAutoFit/>
          </a:bodyPr>
          <a:lstStyle/>
          <a:p>
            <a:pPr algn="ctr"/>
            <a:r>
              <a:rPr lang="en-US" sz="2800" b="1" dirty="0"/>
              <a:t>Agent Discovery via the Agent Card</a:t>
            </a:r>
            <a:endParaRPr lang="en-IN" sz="2800" b="1" dirty="0"/>
          </a:p>
        </p:txBody>
      </p:sp>
      <p:cxnSp>
        <p:nvCxnSpPr>
          <p:cNvPr id="8" name="Straight Arrow Connector 7">
            <a:extLst>
              <a:ext uri="{FF2B5EF4-FFF2-40B4-BE49-F238E27FC236}">
                <a16:creationId xmlns:a16="http://schemas.microsoft.com/office/drawing/2014/main" id="{3038A19C-C7EF-AB78-1D0B-B7230AD0F4DE}"/>
              </a:ext>
            </a:extLst>
          </p:cNvPr>
          <p:cNvCxnSpPr>
            <a:stCxn id="5" idx="2"/>
            <a:endCxn id="6" idx="3"/>
          </p:cNvCxnSpPr>
          <p:nvPr/>
        </p:nvCxnSpPr>
        <p:spPr>
          <a:xfrm flipH="1">
            <a:off x="4119937" y="1412697"/>
            <a:ext cx="2219218" cy="323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2934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90A3-E471-F7BB-65D9-33CCA17614AC}"/>
              </a:ext>
            </a:extLst>
          </p:cNvPr>
          <p:cNvSpPr>
            <a:spLocks noGrp="1"/>
          </p:cNvSpPr>
          <p:nvPr>
            <p:ph type="title"/>
          </p:nvPr>
        </p:nvSpPr>
        <p:spPr>
          <a:xfrm>
            <a:off x="838200" y="-189679"/>
            <a:ext cx="10515600" cy="1325563"/>
          </a:xfrm>
        </p:spPr>
        <p:txBody>
          <a:bodyPr/>
          <a:lstStyle/>
          <a:p>
            <a:pPr algn="ctr"/>
            <a:r>
              <a:rPr lang="en-US" dirty="0"/>
              <a:t>A2A Agent Card</a:t>
            </a:r>
            <a:endParaRPr lang="en-IN" dirty="0"/>
          </a:p>
        </p:txBody>
      </p:sp>
      <p:pic>
        <p:nvPicPr>
          <p:cNvPr id="2050" name="Picture 2" descr="The Google A2A protocol could redefine AI ecosystems for Enterprises |  Centific">
            <a:extLst>
              <a:ext uri="{FF2B5EF4-FFF2-40B4-BE49-F238E27FC236}">
                <a16:creationId xmlns:a16="http://schemas.microsoft.com/office/drawing/2014/main" id="{7B3FF6E8-ED03-D670-FAD8-A4BBFB2B89A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655355" y="1943698"/>
            <a:ext cx="6385102" cy="36554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C6A116-49E8-F466-FCD0-C8B11FC14B9C}"/>
              </a:ext>
            </a:extLst>
          </p:cNvPr>
          <p:cNvSpPr txBox="1"/>
          <p:nvPr/>
        </p:nvSpPr>
        <p:spPr>
          <a:xfrm>
            <a:off x="490591" y="1786274"/>
            <a:ext cx="4810874" cy="397031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b="1" dirty="0"/>
              <a:t>Agent Cards (A2A)</a:t>
            </a:r>
            <a:endParaRPr lang="en-US" dirty="0"/>
          </a:p>
          <a:p>
            <a:pPr>
              <a:buFont typeface="Arial" panose="020B0604020202020204" pitchFamily="34" charset="0"/>
              <a:buChar char="•"/>
            </a:pPr>
            <a:r>
              <a:rPr lang="en-US" dirty="0"/>
              <a:t>Public </a:t>
            </a:r>
            <a:r>
              <a:rPr lang="en-US" b="1" dirty="0"/>
              <a:t>agent identity</a:t>
            </a:r>
            <a:r>
              <a:rPr lang="en-US" dirty="0"/>
              <a:t> exposed via a standard card</a:t>
            </a:r>
          </a:p>
          <a:p>
            <a:pPr>
              <a:buFont typeface="Arial" panose="020B0604020202020204" pitchFamily="34" charset="0"/>
              <a:buChar char="•"/>
            </a:pPr>
            <a:r>
              <a:rPr lang="en-US" dirty="0"/>
              <a:t>Hosted at </a:t>
            </a:r>
            <a:r>
              <a:rPr lang="en-US" dirty="0">
                <a:latin typeface="Courier New" panose="02070309020205020404" pitchFamily="49" charset="0"/>
              </a:rPr>
              <a:t>/.well-known/</a:t>
            </a:r>
            <a:r>
              <a:rPr lang="en-US" dirty="0" err="1">
                <a:latin typeface="Courier New" panose="02070309020205020404" pitchFamily="49" charset="0"/>
              </a:rPr>
              <a:t>agent.json</a:t>
            </a:r>
            <a:r>
              <a:rPr lang="en-US" dirty="0"/>
              <a:t> for easy discovery</a:t>
            </a:r>
          </a:p>
          <a:p>
            <a:pPr>
              <a:buFont typeface="Arial" panose="020B0604020202020204" pitchFamily="34" charset="0"/>
              <a:buChar char="•"/>
            </a:pPr>
            <a:r>
              <a:rPr lang="en-US" dirty="0"/>
              <a:t>Describes </a:t>
            </a:r>
            <a:r>
              <a:rPr lang="en-US" b="1" dirty="0"/>
              <a:t>who the agent is</a:t>
            </a:r>
            <a:r>
              <a:rPr lang="en-US" dirty="0"/>
              <a:t> and </a:t>
            </a:r>
            <a:r>
              <a:rPr lang="en-US" b="1" dirty="0"/>
              <a:t>what it can do</a:t>
            </a:r>
            <a:endParaRPr lang="en-US" dirty="0"/>
          </a:p>
          <a:p>
            <a:pPr>
              <a:buFont typeface="Arial" panose="020B0604020202020204" pitchFamily="34" charset="0"/>
              <a:buChar char="•"/>
            </a:pPr>
            <a:r>
              <a:rPr lang="en-US" dirty="0"/>
              <a:t>Lists agent </a:t>
            </a:r>
            <a:r>
              <a:rPr lang="en-US" b="1" dirty="0"/>
              <a:t>skills / capabilities</a:t>
            </a:r>
            <a:r>
              <a:rPr lang="en-US" dirty="0"/>
              <a:t> (tools, actions)</a:t>
            </a:r>
          </a:p>
          <a:p>
            <a:pPr>
              <a:buFont typeface="Arial" panose="020B0604020202020204" pitchFamily="34" charset="0"/>
              <a:buChar char="•"/>
            </a:pPr>
            <a:r>
              <a:rPr lang="en-US" dirty="0"/>
              <a:t>Includes agent </a:t>
            </a:r>
            <a:r>
              <a:rPr lang="en-US" b="1" dirty="0"/>
              <a:t>metadata</a:t>
            </a:r>
            <a:r>
              <a:rPr lang="en-US" dirty="0"/>
              <a:t> (name, description, version)</a:t>
            </a:r>
          </a:p>
          <a:p>
            <a:pPr>
              <a:buFont typeface="Arial" panose="020B0604020202020204" pitchFamily="34" charset="0"/>
              <a:buChar char="•"/>
            </a:pPr>
            <a:r>
              <a:rPr lang="en-US" dirty="0"/>
              <a:t>Enables </a:t>
            </a:r>
            <a:r>
              <a:rPr lang="en-US" b="1" dirty="0"/>
              <a:t>agent discovery without prior integration</a:t>
            </a:r>
            <a:endParaRPr lang="en-US" dirty="0"/>
          </a:p>
          <a:p>
            <a:pPr>
              <a:buFont typeface="Arial" panose="020B0604020202020204" pitchFamily="34" charset="0"/>
              <a:buChar char="•"/>
            </a:pPr>
            <a:r>
              <a:rPr lang="en-US" dirty="0"/>
              <a:t>Foundation for </a:t>
            </a:r>
            <a:r>
              <a:rPr lang="en-US" b="1" dirty="0"/>
              <a:t>agent-to-agent collaboration</a:t>
            </a:r>
            <a:endParaRPr lang="en-US" dirty="0"/>
          </a:p>
        </p:txBody>
      </p:sp>
    </p:spTree>
    <p:extLst>
      <p:ext uri="{BB962C8B-B14F-4D97-AF65-F5344CB8AC3E}">
        <p14:creationId xmlns:p14="http://schemas.microsoft.com/office/powerpoint/2010/main" val="2548582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09CF5-60DB-D774-2531-E6A6E37B1466}"/>
            </a:ext>
          </a:extLst>
        </p:cNvPr>
        <p:cNvGrpSpPr/>
        <p:nvPr/>
      </p:nvGrpSpPr>
      <p:grpSpPr>
        <a:xfrm>
          <a:off x="0" y="0"/>
          <a:ext cx="0" cy="0"/>
          <a:chOff x="0" y="0"/>
          <a:chExt cx="0" cy="0"/>
        </a:xfrm>
      </p:grpSpPr>
      <p:pic>
        <p:nvPicPr>
          <p:cNvPr id="4" name="Picture 2" descr="Architecting the Agent Internet — Choosing &amp; Combining AI Protocols | by  Akanksha Sinha | Medium">
            <a:extLst>
              <a:ext uri="{FF2B5EF4-FFF2-40B4-BE49-F238E27FC236}">
                <a16:creationId xmlns:a16="http://schemas.microsoft.com/office/drawing/2014/main" id="{B0C37D47-D7A5-8CC4-B3E9-012D34D6EF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30923" y="176158"/>
            <a:ext cx="4630220" cy="6505683"/>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81B5A06A-4E73-EB3A-C3BA-C9A74AADBDEB}"/>
              </a:ext>
            </a:extLst>
          </p:cNvPr>
          <p:cNvSpPr/>
          <p:nvPr/>
        </p:nvSpPr>
        <p:spPr>
          <a:xfrm>
            <a:off x="6000108" y="1761323"/>
            <a:ext cx="4027470" cy="1351747"/>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6" name="TextBox 5">
            <a:extLst>
              <a:ext uri="{FF2B5EF4-FFF2-40B4-BE49-F238E27FC236}">
                <a16:creationId xmlns:a16="http://schemas.microsoft.com/office/drawing/2014/main" id="{42CA0287-0641-51D1-10E0-CB2F41968AF5}"/>
              </a:ext>
            </a:extLst>
          </p:cNvPr>
          <p:cNvSpPr txBox="1"/>
          <p:nvPr/>
        </p:nvSpPr>
        <p:spPr>
          <a:xfrm>
            <a:off x="678094" y="1284270"/>
            <a:ext cx="3595955" cy="1384995"/>
          </a:xfrm>
          <a:prstGeom prst="rect">
            <a:avLst/>
          </a:prstGeom>
          <a:noFill/>
        </p:spPr>
        <p:txBody>
          <a:bodyPr wrap="square" rtlCol="0">
            <a:spAutoFit/>
          </a:bodyPr>
          <a:lstStyle/>
          <a:p>
            <a:pPr algn="ctr"/>
            <a:r>
              <a:rPr lang="en-US" sz="2800" b="1" dirty="0"/>
              <a:t>Agent Authentication using OpenID and OAuth</a:t>
            </a:r>
            <a:endParaRPr lang="en-IN" sz="2800" b="1" dirty="0"/>
          </a:p>
        </p:txBody>
      </p:sp>
      <p:cxnSp>
        <p:nvCxnSpPr>
          <p:cNvPr id="8" name="Straight Arrow Connector 7">
            <a:extLst>
              <a:ext uri="{FF2B5EF4-FFF2-40B4-BE49-F238E27FC236}">
                <a16:creationId xmlns:a16="http://schemas.microsoft.com/office/drawing/2014/main" id="{ED2ABF5E-2223-B4B5-EEE3-D0FABE34CEA6}"/>
              </a:ext>
            </a:extLst>
          </p:cNvPr>
          <p:cNvCxnSpPr>
            <a:cxnSpLocks/>
            <a:stCxn id="5" idx="2"/>
            <a:endCxn id="6" idx="3"/>
          </p:cNvCxnSpPr>
          <p:nvPr/>
        </p:nvCxnSpPr>
        <p:spPr>
          <a:xfrm flipH="1" flipV="1">
            <a:off x="4274049" y="1976768"/>
            <a:ext cx="1726059" cy="4604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213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93A14-F3CF-B9E2-FC58-DCCDAF5FF679}"/>
              </a:ext>
            </a:extLst>
          </p:cNvPr>
          <p:cNvSpPr>
            <a:spLocks noGrp="1"/>
          </p:cNvSpPr>
          <p:nvPr>
            <p:ph type="title"/>
          </p:nvPr>
        </p:nvSpPr>
        <p:spPr>
          <a:xfrm>
            <a:off x="838200" y="-156405"/>
            <a:ext cx="10515600" cy="1325563"/>
          </a:xfrm>
        </p:spPr>
        <p:txBody>
          <a:bodyPr/>
          <a:lstStyle/>
          <a:p>
            <a:pPr algn="ctr"/>
            <a:r>
              <a:rPr lang="en-US" dirty="0"/>
              <a:t>Auth Mechanisms in A2A</a:t>
            </a:r>
            <a:endParaRPr lang="en-IN" dirty="0"/>
          </a:p>
        </p:txBody>
      </p:sp>
      <p:pic>
        <p:nvPicPr>
          <p:cNvPr id="6" name="Content Placeholder 5">
            <a:extLst>
              <a:ext uri="{FF2B5EF4-FFF2-40B4-BE49-F238E27FC236}">
                <a16:creationId xmlns:a16="http://schemas.microsoft.com/office/drawing/2014/main" id="{781C6358-56CC-B731-0019-F632037D51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39693" y="1712609"/>
            <a:ext cx="5801783" cy="4351338"/>
          </a:xfrm>
        </p:spPr>
      </p:pic>
      <p:sp>
        <p:nvSpPr>
          <p:cNvPr id="8" name="TextBox 7">
            <a:extLst>
              <a:ext uri="{FF2B5EF4-FFF2-40B4-BE49-F238E27FC236}">
                <a16:creationId xmlns:a16="http://schemas.microsoft.com/office/drawing/2014/main" id="{7DEE6797-C4C4-F046-5ECD-936D0358A844}"/>
              </a:ext>
            </a:extLst>
          </p:cNvPr>
          <p:cNvSpPr txBox="1"/>
          <p:nvPr/>
        </p:nvSpPr>
        <p:spPr>
          <a:xfrm>
            <a:off x="310792" y="1495765"/>
            <a:ext cx="5334857" cy="1200329"/>
          </a:xfrm>
          <a:prstGeom prst="rect">
            <a:avLst/>
          </a:prstGeom>
          <a:noFill/>
        </p:spPr>
        <p:txBody>
          <a:bodyPr wrap="square">
            <a:spAutoFit/>
          </a:bodyPr>
          <a:lstStyle/>
          <a:p>
            <a:pPr algn="l">
              <a:buFont typeface="Arial" panose="020B0604020202020204" pitchFamily="34" charset="0"/>
              <a:buChar char="•"/>
            </a:pPr>
            <a:r>
              <a:rPr lang="en-US" b="1" i="0" dirty="0">
                <a:effectLst/>
                <a:latin typeface="Google Sans"/>
              </a:rPr>
              <a:t>Agent Card Declaration</a:t>
            </a:r>
            <a:r>
              <a:rPr lang="en-US" b="0" i="0" dirty="0">
                <a:effectLst/>
                <a:latin typeface="Google Sans"/>
              </a:rPr>
              <a:t>: The A2A server's Agent Card describes the authentication schemes it supports in its </a:t>
            </a:r>
            <a:r>
              <a:rPr lang="en-US" b="0" i="0" dirty="0">
                <a:solidFill>
                  <a:srgbClr val="36464E"/>
                </a:solidFill>
                <a:effectLst/>
                <a:latin typeface="Roboto Mono" panose="020F0502020204030204" pitchFamily="49" charset="0"/>
              </a:rPr>
              <a:t>security</a:t>
            </a:r>
            <a:r>
              <a:rPr lang="en-US" b="0" i="0" dirty="0">
                <a:effectLst/>
                <a:latin typeface="Google Sans"/>
              </a:rPr>
              <a:t> field and aligns with those defined in the OpenAPI Specification for authentication.</a:t>
            </a:r>
          </a:p>
        </p:txBody>
      </p:sp>
      <p:sp>
        <p:nvSpPr>
          <p:cNvPr id="10" name="TextBox 9">
            <a:extLst>
              <a:ext uri="{FF2B5EF4-FFF2-40B4-BE49-F238E27FC236}">
                <a16:creationId xmlns:a16="http://schemas.microsoft.com/office/drawing/2014/main" id="{51DDD099-3000-DD71-B81C-58713E3826D4}"/>
              </a:ext>
            </a:extLst>
          </p:cNvPr>
          <p:cNvSpPr txBox="1"/>
          <p:nvPr/>
        </p:nvSpPr>
        <p:spPr>
          <a:xfrm>
            <a:off x="264559" y="3022701"/>
            <a:ext cx="5427324" cy="1477328"/>
          </a:xfrm>
          <a:prstGeom prst="rect">
            <a:avLst/>
          </a:prstGeom>
          <a:noFill/>
        </p:spPr>
        <p:txBody>
          <a:bodyPr wrap="square">
            <a:spAutoFit/>
          </a:bodyPr>
          <a:lstStyle/>
          <a:p>
            <a:pPr algn="l">
              <a:buFont typeface="Arial" panose="020B0604020202020204" pitchFamily="34" charset="0"/>
              <a:buChar char="•"/>
            </a:pPr>
            <a:r>
              <a:rPr lang="en-US" b="1" i="0" dirty="0">
                <a:effectLst/>
                <a:latin typeface="Google Sans"/>
              </a:rPr>
              <a:t>Out-of-Band Credential Acquisition</a:t>
            </a:r>
            <a:r>
              <a:rPr lang="en-US" b="0" i="0" dirty="0">
                <a:effectLst/>
                <a:latin typeface="Google Sans"/>
              </a:rPr>
              <a:t>: The A2A Client obtains the necessary credentials, such as OAuth 2.0 tokens or API keys, through processes external to the A2A protocol itself. Examples include OAuth flows or secure key distribution.</a:t>
            </a:r>
          </a:p>
        </p:txBody>
      </p:sp>
      <p:sp>
        <p:nvSpPr>
          <p:cNvPr id="12" name="TextBox 11">
            <a:extLst>
              <a:ext uri="{FF2B5EF4-FFF2-40B4-BE49-F238E27FC236}">
                <a16:creationId xmlns:a16="http://schemas.microsoft.com/office/drawing/2014/main" id="{3AE3B7A4-D933-E55D-F995-454EE4BEF8F5}"/>
              </a:ext>
            </a:extLst>
          </p:cNvPr>
          <p:cNvSpPr txBox="1"/>
          <p:nvPr/>
        </p:nvSpPr>
        <p:spPr>
          <a:xfrm>
            <a:off x="264560" y="4737462"/>
            <a:ext cx="5381090" cy="1477328"/>
          </a:xfrm>
          <a:prstGeom prst="rect">
            <a:avLst/>
          </a:prstGeom>
          <a:noFill/>
        </p:spPr>
        <p:txBody>
          <a:bodyPr wrap="square">
            <a:spAutoFit/>
          </a:bodyPr>
          <a:lstStyle/>
          <a:p>
            <a:pPr algn="l">
              <a:buFont typeface="Arial" panose="020B0604020202020204" pitchFamily="34" charset="0"/>
              <a:buChar char="•"/>
            </a:pPr>
            <a:r>
              <a:rPr lang="en-US" b="1" i="0" dirty="0">
                <a:effectLst/>
                <a:latin typeface="Google Sans"/>
              </a:rPr>
              <a:t>HTTP Header Transmission</a:t>
            </a:r>
            <a:r>
              <a:rPr lang="en-US" b="0" i="0" dirty="0">
                <a:effectLst/>
                <a:latin typeface="Google Sans"/>
              </a:rPr>
              <a:t>: Credentials </a:t>
            </a:r>
            <a:r>
              <a:rPr lang="en-US" b="1" i="0" dirty="0">
                <a:effectLst/>
                <a:latin typeface="Google Sans"/>
              </a:rPr>
              <a:t>must</a:t>
            </a:r>
            <a:r>
              <a:rPr lang="en-US" b="0" i="0" dirty="0">
                <a:effectLst/>
                <a:latin typeface="Google Sans"/>
              </a:rPr>
              <a:t> be transmitted in standard HTTP headers as per the requirements of the chosen authentication scheme. Examples include </a:t>
            </a:r>
            <a:r>
              <a:rPr lang="en-US" b="0" i="0" dirty="0">
                <a:solidFill>
                  <a:srgbClr val="36464E"/>
                </a:solidFill>
                <a:effectLst/>
                <a:latin typeface="Roboto Mono" panose="00000009000000000000" pitchFamily="49" charset="0"/>
              </a:rPr>
              <a:t>Authorization: Bearer &lt;TOKEN&gt;</a:t>
            </a:r>
            <a:r>
              <a:rPr lang="en-US" b="0" i="0" dirty="0">
                <a:effectLst/>
                <a:latin typeface="Google Sans"/>
              </a:rPr>
              <a:t> or </a:t>
            </a:r>
            <a:r>
              <a:rPr lang="en-US" b="0" i="0" dirty="0">
                <a:solidFill>
                  <a:srgbClr val="36464E"/>
                </a:solidFill>
                <a:effectLst/>
                <a:latin typeface="Roboto Mono" panose="00000009000000000000" pitchFamily="49" charset="0"/>
              </a:rPr>
              <a:t>API-Key: &lt;KEY_VALUE&gt;</a:t>
            </a:r>
            <a:r>
              <a:rPr lang="en-US" b="0" i="0" dirty="0">
                <a:effectLst/>
                <a:latin typeface="Google Sans"/>
              </a:rPr>
              <a:t>.</a:t>
            </a:r>
          </a:p>
        </p:txBody>
      </p:sp>
    </p:spTree>
    <p:extLst>
      <p:ext uri="{BB962C8B-B14F-4D97-AF65-F5344CB8AC3E}">
        <p14:creationId xmlns:p14="http://schemas.microsoft.com/office/powerpoint/2010/main" val="2634925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15DD7-81BB-0C0D-A073-9EAD2C6B894B}"/>
            </a:ext>
          </a:extLst>
        </p:cNvPr>
        <p:cNvGrpSpPr/>
        <p:nvPr/>
      </p:nvGrpSpPr>
      <p:grpSpPr>
        <a:xfrm>
          <a:off x="0" y="0"/>
          <a:ext cx="0" cy="0"/>
          <a:chOff x="0" y="0"/>
          <a:chExt cx="0" cy="0"/>
        </a:xfrm>
      </p:grpSpPr>
      <p:pic>
        <p:nvPicPr>
          <p:cNvPr id="4" name="Picture 2" descr="Architecting the Agent Internet — Choosing &amp; Combining AI Protocols | by  Akanksha Sinha | Medium">
            <a:extLst>
              <a:ext uri="{FF2B5EF4-FFF2-40B4-BE49-F238E27FC236}">
                <a16:creationId xmlns:a16="http://schemas.microsoft.com/office/drawing/2014/main" id="{D875FC22-0CE1-CD32-1B60-6CFE6B57A4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30923" y="176158"/>
            <a:ext cx="4630220" cy="6505683"/>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32B863EA-BFB4-B1F7-1FE9-1B89A69EF0CE}"/>
              </a:ext>
            </a:extLst>
          </p:cNvPr>
          <p:cNvSpPr/>
          <p:nvPr/>
        </p:nvSpPr>
        <p:spPr>
          <a:xfrm>
            <a:off x="5034337" y="2994222"/>
            <a:ext cx="5650787" cy="3129176"/>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6" name="TextBox 5">
            <a:extLst>
              <a:ext uri="{FF2B5EF4-FFF2-40B4-BE49-F238E27FC236}">
                <a16:creationId xmlns:a16="http://schemas.microsoft.com/office/drawing/2014/main" id="{803FBE31-78FC-784B-F34B-BC0073213D6B}"/>
              </a:ext>
            </a:extLst>
          </p:cNvPr>
          <p:cNvSpPr txBox="1"/>
          <p:nvPr/>
        </p:nvSpPr>
        <p:spPr>
          <a:xfrm>
            <a:off x="359595" y="2137025"/>
            <a:ext cx="3595955" cy="1384995"/>
          </a:xfrm>
          <a:prstGeom prst="rect">
            <a:avLst/>
          </a:prstGeom>
          <a:noFill/>
        </p:spPr>
        <p:txBody>
          <a:bodyPr wrap="square" rtlCol="0">
            <a:spAutoFit/>
          </a:bodyPr>
          <a:lstStyle/>
          <a:p>
            <a:pPr algn="ctr"/>
            <a:r>
              <a:rPr lang="en-US" sz="2800" b="1" dirty="0"/>
              <a:t>Agent and Client Message Stream Interaction</a:t>
            </a:r>
            <a:endParaRPr lang="en-IN" sz="2800" b="1" dirty="0"/>
          </a:p>
        </p:txBody>
      </p:sp>
      <p:cxnSp>
        <p:nvCxnSpPr>
          <p:cNvPr id="8" name="Straight Arrow Connector 7">
            <a:extLst>
              <a:ext uri="{FF2B5EF4-FFF2-40B4-BE49-F238E27FC236}">
                <a16:creationId xmlns:a16="http://schemas.microsoft.com/office/drawing/2014/main" id="{BEB31348-678A-109B-73EB-DFAA64BA63AD}"/>
              </a:ext>
            </a:extLst>
          </p:cNvPr>
          <p:cNvCxnSpPr>
            <a:cxnSpLocks/>
            <a:stCxn id="5" idx="2"/>
            <a:endCxn id="6" idx="3"/>
          </p:cNvCxnSpPr>
          <p:nvPr/>
        </p:nvCxnSpPr>
        <p:spPr>
          <a:xfrm flipH="1" flipV="1">
            <a:off x="3955550" y="2829523"/>
            <a:ext cx="1078787" cy="1729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2213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EFCB-7CC7-C7EE-48F5-64247A448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A7E52-B201-1917-2260-D4869BDEA4A0}"/>
              </a:ext>
            </a:extLst>
          </p:cNvPr>
          <p:cNvSpPr>
            <a:spLocks noGrp="1"/>
          </p:cNvSpPr>
          <p:nvPr>
            <p:ph type="title"/>
          </p:nvPr>
        </p:nvSpPr>
        <p:spPr>
          <a:xfrm>
            <a:off x="838200" y="-86938"/>
            <a:ext cx="10515600" cy="1325563"/>
          </a:xfrm>
        </p:spPr>
        <p:txBody>
          <a:bodyPr/>
          <a:lstStyle/>
          <a:p>
            <a:pPr algn="ctr"/>
            <a:r>
              <a:rPr lang="en-US" dirty="0"/>
              <a:t>“Tasks” – Stateful Units of Work</a:t>
            </a:r>
            <a:endParaRPr lang="en-IN" dirty="0"/>
          </a:p>
        </p:txBody>
      </p:sp>
      <p:pic>
        <p:nvPicPr>
          <p:cNvPr id="5" name="Content Placeholder 4">
            <a:extLst>
              <a:ext uri="{FF2B5EF4-FFF2-40B4-BE49-F238E27FC236}">
                <a16:creationId xmlns:a16="http://schemas.microsoft.com/office/drawing/2014/main" id="{8264829A-530F-7450-CA81-DDBC8D1DC67D}"/>
              </a:ext>
            </a:extLst>
          </p:cNvPr>
          <p:cNvPicPr>
            <a:picLocks noGrp="1" noChangeAspect="1"/>
          </p:cNvPicPr>
          <p:nvPr>
            <p:ph idx="1"/>
          </p:nvPr>
        </p:nvPicPr>
        <p:blipFill>
          <a:blip r:embed="rId2"/>
          <a:stretch>
            <a:fillRect/>
          </a:stretch>
        </p:blipFill>
        <p:spPr>
          <a:xfrm>
            <a:off x="7198760" y="1698394"/>
            <a:ext cx="3882287" cy="4351338"/>
          </a:xfrm>
          <a:prstGeom prst="rect">
            <a:avLst/>
          </a:prstGeom>
        </p:spPr>
      </p:pic>
      <p:sp>
        <p:nvSpPr>
          <p:cNvPr id="6" name="Oval 5">
            <a:extLst>
              <a:ext uri="{FF2B5EF4-FFF2-40B4-BE49-F238E27FC236}">
                <a16:creationId xmlns:a16="http://schemas.microsoft.com/office/drawing/2014/main" id="{78F530B7-1FD3-880B-F541-CC1904F39CB4}"/>
              </a:ext>
            </a:extLst>
          </p:cNvPr>
          <p:cNvSpPr/>
          <p:nvPr/>
        </p:nvSpPr>
        <p:spPr>
          <a:xfrm>
            <a:off x="8034391" y="3071971"/>
            <a:ext cx="2589088" cy="49316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8" name="TextBox 7">
            <a:extLst>
              <a:ext uri="{FF2B5EF4-FFF2-40B4-BE49-F238E27FC236}">
                <a16:creationId xmlns:a16="http://schemas.microsoft.com/office/drawing/2014/main" id="{6F89A907-EEDF-00FF-9D88-4589D347C174}"/>
              </a:ext>
            </a:extLst>
          </p:cNvPr>
          <p:cNvSpPr txBox="1"/>
          <p:nvPr/>
        </p:nvSpPr>
        <p:spPr>
          <a:xfrm>
            <a:off x="771971" y="1698394"/>
            <a:ext cx="4563070" cy="2031325"/>
          </a:xfrm>
          <a:prstGeom prst="rect">
            <a:avLst/>
          </a:prstGeom>
          <a:noFill/>
        </p:spPr>
        <p:txBody>
          <a:bodyPr wrap="square" rtlCol="0">
            <a:spAutoFit/>
          </a:bodyPr>
          <a:lstStyle/>
          <a:p>
            <a:r>
              <a:rPr lang="en-US" b="1" i="1" dirty="0"/>
              <a:t>Description </a:t>
            </a:r>
            <a:r>
              <a:rPr lang="en-US" dirty="0"/>
              <a:t>- A stateful unit of work initiated by an agent, with a unique ID and defined lifecycle.</a:t>
            </a:r>
          </a:p>
          <a:p>
            <a:endParaRPr lang="en-US" dirty="0"/>
          </a:p>
          <a:p>
            <a:r>
              <a:rPr lang="en-US" b="1" i="1" dirty="0"/>
              <a:t>Purpose</a:t>
            </a:r>
            <a:r>
              <a:rPr lang="en-US" dirty="0"/>
              <a:t> - Facilitates tracking of long-running operations and enables multi-turn interactions and collaboration.</a:t>
            </a:r>
            <a:endParaRPr lang="en-IN" dirty="0"/>
          </a:p>
        </p:txBody>
      </p:sp>
      <p:sp>
        <p:nvSpPr>
          <p:cNvPr id="3" name="Oval 2">
            <a:extLst>
              <a:ext uri="{FF2B5EF4-FFF2-40B4-BE49-F238E27FC236}">
                <a16:creationId xmlns:a16="http://schemas.microsoft.com/office/drawing/2014/main" id="{C3C4BFC6-B60F-132F-C3BE-1EAB40377BDE}"/>
              </a:ext>
            </a:extLst>
          </p:cNvPr>
          <p:cNvSpPr/>
          <p:nvPr/>
        </p:nvSpPr>
        <p:spPr>
          <a:xfrm>
            <a:off x="7950486" y="4087634"/>
            <a:ext cx="2919572" cy="1419314"/>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7" name="TextBox 6">
            <a:extLst>
              <a:ext uri="{FF2B5EF4-FFF2-40B4-BE49-F238E27FC236}">
                <a16:creationId xmlns:a16="http://schemas.microsoft.com/office/drawing/2014/main" id="{A930097D-5832-0CDA-37C4-B04C5396BAAA}"/>
              </a:ext>
            </a:extLst>
          </p:cNvPr>
          <p:cNvSpPr txBox="1"/>
          <p:nvPr/>
        </p:nvSpPr>
        <p:spPr>
          <a:xfrm>
            <a:off x="725185" y="4797291"/>
            <a:ext cx="6097712" cy="923330"/>
          </a:xfrm>
          <a:prstGeom prst="rect">
            <a:avLst/>
          </a:prstGeom>
          <a:noFill/>
        </p:spPr>
        <p:txBody>
          <a:bodyPr wrap="square">
            <a:spAutoFit/>
          </a:bodyPr>
          <a:lstStyle/>
          <a:p>
            <a:pPr algn="l">
              <a:buFont typeface="Arial" panose="020B0604020202020204" pitchFamily="34" charset="0"/>
              <a:buChar char="•"/>
            </a:pPr>
            <a:r>
              <a:rPr lang="en-US" b="1" i="0" dirty="0">
                <a:effectLst/>
                <a:latin typeface="Google Sans"/>
              </a:rPr>
              <a:t>Context (</a:t>
            </a:r>
            <a:r>
              <a:rPr lang="en-US" b="1" i="0" dirty="0" err="1">
                <a:effectLst/>
                <a:latin typeface="Google Sans"/>
              </a:rPr>
              <a:t>ContextID</a:t>
            </a:r>
            <a:r>
              <a:rPr lang="en-US" b="1" i="0" dirty="0">
                <a:effectLst/>
                <a:latin typeface="Google Sans"/>
              </a:rPr>
              <a:t>): </a:t>
            </a:r>
            <a:r>
              <a:rPr lang="en-US" b="0" i="0" dirty="0">
                <a:effectLst/>
                <a:latin typeface="Google Sans"/>
              </a:rPr>
              <a:t>A server-generated identifier that can be used to logically group multiple related </a:t>
            </a:r>
            <a:r>
              <a:rPr lang="en-US" b="0" i="0" dirty="0">
                <a:solidFill>
                  <a:srgbClr val="36464E"/>
                </a:solidFill>
                <a:effectLst/>
                <a:latin typeface="Roboto Mono" panose="00000009000000000000" pitchFamily="49" charset="0"/>
              </a:rPr>
              <a:t>Task</a:t>
            </a:r>
            <a:r>
              <a:rPr lang="en-US" b="0" i="0" dirty="0">
                <a:effectLst/>
                <a:latin typeface="Google Sans"/>
              </a:rPr>
              <a:t> objects, providing context across a series of interactions.</a:t>
            </a:r>
          </a:p>
        </p:txBody>
      </p:sp>
      <p:cxnSp>
        <p:nvCxnSpPr>
          <p:cNvPr id="9" name="Straight Arrow Connector 8">
            <a:extLst>
              <a:ext uri="{FF2B5EF4-FFF2-40B4-BE49-F238E27FC236}">
                <a16:creationId xmlns:a16="http://schemas.microsoft.com/office/drawing/2014/main" id="{2221CA30-4F10-A18B-C9C3-3DF989CCDCDA}"/>
              </a:ext>
            </a:extLst>
          </p:cNvPr>
          <p:cNvCxnSpPr>
            <a:cxnSpLocks/>
          </p:cNvCxnSpPr>
          <p:nvPr/>
        </p:nvCxnSpPr>
        <p:spPr>
          <a:xfrm flipH="1">
            <a:off x="2578813" y="842481"/>
            <a:ext cx="842481" cy="855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85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DD877-AAC1-8CCC-2D70-12AE4F969CB9}"/>
              </a:ext>
            </a:extLst>
          </p:cNvPr>
          <p:cNvSpPr>
            <a:spLocks noGrp="1"/>
          </p:cNvSpPr>
          <p:nvPr>
            <p:ph type="title"/>
          </p:nvPr>
        </p:nvSpPr>
        <p:spPr>
          <a:xfrm>
            <a:off x="838200" y="-86938"/>
            <a:ext cx="10515600" cy="1325563"/>
          </a:xfrm>
        </p:spPr>
        <p:txBody>
          <a:bodyPr/>
          <a:lstStyle/>
          <a:p>
            <a:pPr algn="ctr"/>
            <a:r>
              <a:rPr lang="en-US" dirty="0"/>
              <a:t>“Messages”, “Parts” and “Artifacts”</a:t>
            </a:r>
            <a:endParaRPr lang="en-IN" dirty="0"/>
          </a:p>
        </p:txBody>
      </p:sp>
      <p:pic>
        <p:nvPicPr>
          <p:cNvPr id="5" name="Content Placeholder 4">
            <a:extLst>
              <a:ext uri="{FF2B5EF4-FFF2-40B4-BE49-F238E27FC236}">
                <a16:creationId xmlns:a16="http://schemas.microsoft.com/office/drawing/2014/main" id="{08387875-D89E-96CD-93DB-1618BBBFB148}"/>
              </a:ext>
            </a:extLst>
          </p:cNvPr>
          <p:cNvPicPr>
            <a:picLocks noGrp="1" noChangeAspect="1"/>
          </p:cNvPicPr>
          <p:nvPr>
            <p:ph idx="1"/>
          </p:nvPr>
        </p:nvPicPr>
        <p:blipFill>
          <a:blip r:embed="rId2"/>
          <a:stretch>
            <a:fillRect/>
          </a:stretch>
        </p:blipFill>
        <p:spPr>
          <a:xfrm>
            <a:off x="7198760" y="1729216"/>
            <a:ext cx="3882287" cy="4351338"/>
          </a:xfrm>
          <a:prstGeom prst="rect">
            <a:avLst/>
          </a:prstGeom>
        </p:spPr>
      </p:pic>
      <p:sp>
        <p:nvSpPr>
          <p:cNvPr id="6" name="Oval 5">
            <a:extLst>
              <a:ext uri="{FF2B5EF4-FFF2-40B4-BE49-F238E27FC236}">
                <a16:creationId xmlns:a16="http://schemas.microsoft.com/office/drawing/2014/main" id="{49232D0D-A29D-EFE3-3D06-FA2748BCC801}"/>
              </a:ext>
            </a:extLst>
          </p:cNvPr>
          <p:cNvSpPr/>
          <p:nvPr/>
        </p:nvSpPr>
        <p:spPr>
          <a:xfrm>
            <a:off x="7983020" y="4580794"/>
            <a:ext cx="2589088" cy="905606"/>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graphicFrame>
        <p:nvGraphicFramePr>
          <p:cNvPr id="12" name="Table 11">
            <a:extLst>
              <a:ext uri="{FF2B5EF4-FFF2-40B4-BE49-F238E27FC236}">
                <a16:creationId xmlns:a16="http://schemas.microsoft.com/office/drawing/2014/main" id="{D7383E42-6FF8-E9B5-743B-26FF3A7E14BD}"/>
              </a:ext>
            </a:extLst>
          </p:cNvPr>
          <p:cNvGraphicFramePr>
            <a:graphicFrameLocks noGrp="1"/>
          </p:cNvGraphicFramePr>
          <p:nvPr>
            <p:extLst>
              <p:ext uri="{D42A27DB-BD31-4B8C-83A1-F6EECF244321}">
                <p14:modId xmlns:p14="http://schemas.microsoft.com/office/powerpoint/2010/main" val="2347504182"/>
              </p:ext>
            </p:extLst>
          </p:nvPr>
        </p:nvGraphicFramePr>
        <p:xfrm>
          <a:off x="371013" y="1143905"/>
          <a:ext cx="6235269" cy="5521960"/>
        </p:xfrm>
        <a:graphic>
          <a:graphicData uri="http://schemas.openxmlformats.org/drawingml/2006/table">
            <a:tbl>
              <a:tblPr firstRow="1" bandRow="1">
                <a:tableStyleId>{5C22544A-7EE6-4342-B048-85BDC9FD1C3A}</a:tableStyleId>
              </a:tblPr>
              <a:tblGrid>
                <a:gridCol w="2078423">
                  <a:extLst>
                    <a:ext uri="{9D8B030D-6E8A-4147-A177-3AD203B41FA5}">
                      <a16:colId xmlns:a16="http://schemas.microsoft.com/office/drawing/2014/main" val="1348673792"/>
                    </a:ext>
                  </a:extLst>
                </a:gridCol>
                <a:gridCol w="2078423">
                  <a:extLst>
                    <a:ext uri="{9D8B030D-6E8A-4147-A177-3AD203B41FA5}">
                      <a16:colId xmlns:a16="http://schemas.microsoft.com/office/drawing/2014/main" val="4035704968"/>
                    </a:ext>
                  </a:extLst>
                </a:gridCol>
                <a:gridCol w="2078423">
                  <a:extLst>
                    <a:ext uri="{9D8B030D-6E8A-4147-A177-3AD203B41FA5}">
                      <a16:colId xmlns:a16="http://schemas.microsoft.com/office/drawing/2014/main" val="2498537736"/>
                    </a:ext>
                  </a:extLst>
                </a:gridCol>
              </a:tblGrid>
              <a:tr h="370840">
                <a:tc>
                  <a:txBody>
                    <a:bodyPr/>
                    <a:lstStyle/>
                    <a:p>
                      <a:r>
                        <a:rPr lang="en-US" sz="1600" dirty="0"/>
                        <a:t>Element</a:t>
                      </a:r>
                      <a:endParaRPr lang="en-IN" sz="1600" dirty="0"/>
                    </a:p>
                  </a:txBody>
                  <a:tcPr/>
                </a:tc>
                <a:tc>
                  <a:txBody>
                    <a:bodyPr/>
                    <a:lstStyle/>
                    <a:p>
                      <a:r>
                        <a:rPr lang="en-US" sz="1600" dirty="0"/>
                        <a:t>Description</a:t>
                      </a:r>
                      <a:endParaRPr lang="en-IN" sz="1600" dirty="0"/>
                    </a:p>
                  </a:txBody>
                  <a:tcPr/>
                </a:tc>
                <a:tc>
                  <a:txBody>
                    <a:bodyPr/>
                    <a:lstStyle/>
                    <a:p>
                      <a:r>
                        <a:rPr lang="en-US" sz="1600" dirty="0"/>
                        <a:t>Key Purpose</a:t>
                      </a:r>
                      <a:endParaRPr lang="en-IN" sz="1600" dirty="0"/>
                    </a:p>
                  </a:txBody>
                  <a:tcPr/>
                </a:tc>
                <a:extLst>
                  <a:ext uri="{0D108BD9-81ED-4DB2-BD59-A6C34878D82A}">
                    <a16:rowId xmlns:a16="http://schemas.microsoft.com/office/drawing/2014/main" val="515402323"/>
                  </a:ext>
                </a:extLst>
              </a:tr>
              <a:tr h="370840">
                <a:tc>
                  <a:txBody>
                    <a:bodyPr/>
                    <a:lstStyle/>
                    <a:p>
                      <a:r>
                        <a:rPr lang="en-US" sz="1600" dirty="0"/>
                        <a:t>Message </a:t>
                      </a:r>
                      <a:endParaRPr lang="en-IN" sz="1600" dirty="0"/>
                    </a:p>
                  </a:txBody>
                  <a:tcPr/>
                </a:tc>
                <a:tc>
                  <a:txBody>
                    <a:bodyPr/>
                    <a:lstStyle/>
                    <a:p>
                      <a:pPr algn="l" fontAlgn="t">
                        <a:buNone/>
                      </a:pPr>
                      <a:r>
                        <a:rPr lang="en-US" sz="1600" b="0" dirty="0">
                          <a:effectLst/>
                        </a:rPr>
                        <a:t>A single turn of communication between a client and an agent, containing content and a role ("user" or "agent").</a:t>
                      </a:r>
                    </a:p>
                  </a:txBody>
                  <a:tcPr/>
                </a:tc>
                <a:tc>
                  <a:txBody>
                    <a:bodyPr/>
                    <a:lstStyle/>
                    <a:p>
                      <a:r>
                        <a:rPr lang="en-US" sz="1600" b="0" i="0" kern="1200" dirty="0">
                          <a:solidFill>
                            <a:schemeClr val="dk1"/>
                          </a:solidFill>
                          <a:effectLst/>
                          <a:latin typeface="+mn-lt"/>
                          <a:ea typeface="+mn-ea"/>
                          <a:cs typeface="+mn-cs"/>
                        </a:rPr>
                        <a:t>Conveys instructions, context, questions, answers, or status updates that are not necessarily formal artifacts.</a:t>
                      </a:r>
                      <a:endParaRPr lang="en-IN" sz="1600" dirty="0"/>
                    </a:p>
                  </a:txBody>
                  <a:tcPr/>
                </a:tc>
                <a:extLst>
                  <a:ext uri="{0D108BD9-81ED-4DB2-BD59-A6C34878D82A}">
                    <a16:rowId xmlns:a16="http://schemas.microsoft.com/office/drawing/2014/main" val="3659703627"/>
                  </a:ext>
                </a:extLst>
              </a:tr>
              <a:tr h="532827">
                <a:tc>
                  <a:txBody>
                    <a:bodyPr/>
                    <a:lstStyle/>
                    <a:p>
                      <a:r>
                        <a:rPr lang="en-US" sz="1600" dirty="0"/>
                        <a:t>Part</a:t>
                      </a:r>
                      <a:endParaRPr lang="en-IN" sz="1600" dirty="0"/>
                    </a:p>
                  </a:txBody>
                  <a:tcPr/>
                </a:tc>
                <a:tc>
                  <a:txBody>
                    <a:bodyPr/>
                    <a:lstStyle/>
                    <a:p>
                      <a:r>
                        <a:rPr lang="en-US" sz="1600" b="0" i="0" kern="1200" dirty="0">
                          <a:solidFill>
                            <a:schemeClr val="dk1"/>
                          </a:solidFill>
                          <a:effectLst/>
                          <a:latin typeface="+mn-lt"/>
                          <a:ea typeface="+mn-ea"/>
                          <a:cs typeface="+mn-cs"/>
                        </a:rPr>
                        <a:t>The fundamental content container (for example, </a:t>
                      </a:r>
                      <a:r>
                        <a:rPr lang="en-US" sz="1600" b="0" i="0" kern="1200" dirty="0" err="1">
                          <a:solidFill>
                            <a:schemeClr val="dk1"/>
                          </a:solidFill>
                          <a:effectLst/>
                          <a:latin typeface="+mn-lt"/>
                          <a:ea typeface="+mn-ea"/>
                          <a:cs typeface="+mn-cs"/>
                        </a:rPr>
                        <a:t>TextPart</a:t>
                      </a:r>
                      <a:r>
                        <a:rPr lang="en-US" sz="1600" b="0" i="0" kern="1200" dirty="0">
                          <a:solidFill>
                            <a:schemeClr val="dk1"/>
                          </a:solidFill>
                          <a:effectLst/>
                          <a:latin typeface="+mn-lt"/>
                          <a:ea typeface="+mn-ea"/>
                          <a:cs typeface="+mn-cs"/>
                        </a:rPr>
                        <a:t>, </a:t>
                      </a:r>
                      <a:r>
                        <a:rPr lang="en-US" sz="1600" b="0" i="0" kern="1200" dirty="0" err="1">
                          <a:solidFill>
                            <a:schemeClr val="dk1"/>
                          </a:solidFill>
                          <a:effectLst/>
                          <a:latin typeface="+mn-lt"/>
                          <a:ea typeface="+mn-ea"/>
                          <a:cs typeface="+mn-cs"/>
                        </a:rPr>
                        <a:t>FilePart</a:t>
                      </a:r>
                      <a:r>
                        <a:rPr lang="en-US" sz="1600" b="0" i="0" kern="1200" dirty="0">
                          <a:solidFill>
                            <a:schemeClr val="dk1"/>
                          </a:solidFill>
                          <a:effectLst/>
                          <a:latin typeface="+mn-lt"/>
                          <a:ea typeface="+mn-ea"/>
                          <a:cs typeface="+mn-cs"/>
                        </a:rPr>
                        <a:t>, </a:t>
                      </a:r>
                      <a:r>
                        <a:rPr lang="en-US" sz="1600" b="0" i="0" kern="1200" dirty="0" err="1">
                          <a:solidFill>
                            <a:schemeClr val="dk1"/>
                          </a:solidFill>
                          <a:effectLst/>
                          <a:latin typeface="+mn-lt"/>
                          <a:ea typeface="+mn-ea"/>
                          <a:cs typeface="+mn-cs"/>
                        </a:rPr>
                        <a:t>DataPart</a:t>
                      </a:r>
                      <a:r>
                        <a:rPr lang="en-US" sz="1600" b="0" i="0" kern="1200" dirty="0">
                          <a:solidFill>
                            <a:schemeClr val="dk1"/>
                          </a:solidFill>
                          <a:effectLst/>
                          <a:latin typeface="+mn-lt"/>
                          <a:ea typeface="+mn-ea"/>
                          <a:cs typeface="+mn-cs"/>
                        </a:rPr>
                        <a:t>) used within Messages and Artifacts.</a:t>
                      </a:r>
                      <a:endParaRPr lang="en-IN" sz="1600" dirty="0"/>
                    </a:p>
                  </a:txBody>
                  <a:tcPr/>
                </a:tc>
                <a:tc>
                  <a:txBody>
                    <a:bodyPr/>
                    <a:lstStyle/>
                    <a:p>
                      <a:r>
                        <a:rPr lang="en-US" sz="1600" b="0" i="0" kern="1200" dirty="0">
                          <a:solidFill>
                            <a:schemeClr val="dk1"/>
                          </a:solidFill>
                          <a:effectLst/>
                          <a:latin typeface="+mn-lt"/>
                          <a:ea typeface="+mn-ea"/>
                          <a:cs typeface="+mn-cs"/>
                        </a:rPr>
                        <a:t>Provides flexibility for agents to exchange various content types within messages and artifacts.</a:t>
                      </a:r>
                      <a:endParaRPr lang="en-IN" sz="1600" dirty="0"/>
                    </a:p>
                  </a:txBody>
                  <a:tcPr/>
                </a:tc>
                <a:extLst>
                  <a:ext uri="{0D108BD9-81ED-4DB2-BD59-A6C34878D82A}">
                    <a16:rowId xmlns:a16="http://schemas.microsoft.com/office/drawing/2014/main" val="3980617550"/>
                  </a:ext>
                </a:extLst>
              </a:tr>
              <a:tr h="382684">
                <a:tc>
                  <a:txBody>
                    <a:bodyPr/>
                    <a:lstStyle/>
                    <a:p>
                      <a:r>
                        <a:rPr lang="en-US" sz="1600" dirty="0"/>
                        <a:t>Artifact</a:t>
                      </a:r>
                      <a:endParaRPr lang="en-IN" sz="1600" dirty="0"/>
                    </a:p>
                  </a:txBody>
                  <a:tcPr/>
                </a:tc>
                <a:tc>
                  <a:txBody>
                    <a:bodyPr/>
                    <a:lstStyle/>
                    <a:p>
                      <a:r>
                        <a:rPr lang="en-US" sz="1600" b="0" i="0" kern="1200" dirty="0">
                          <a:solidFill>
                            <a:schemeClr val="dk1"/>
                          </a:solidFill>
                          <a:effectLst/>
                          <a:latin typeface="+mn-lt"/>
                          <a:ea typeface="+mn-ea"/>
                          <a:cs typeface="+mn-cs"/>
                        </a:rPr>
                        <a:t>A tangible output generated by an agent during a task (for example, a document, image, or structured data).</a:t>
                      </a:r>
                      <a:endParaRPr lang="en-IN" sz="1600" dirty="0"/>
                    </a:p>
                  </a:txBody>
                  <a:tcPr/>
                </a:tc>
                <a:tc>
                  <a:txBody>
                    <a:bodyPr/>
                    <a:lstStyle/>
                    <a:p>
                      <a:r>
                        <a:rPr lang="en-US" sz="1600" b="0" i="0" kern="1200" dirty="0">
                          <a:solidFill>
                            <a:schemeClr val="dk1"/>
                          </a:solidFill>
                          <a:effectLst/>
                          <a:latin typeface="+mn-lt"/>
                          <a:ea typeface="+mn-ea"/>
                          <a:cs typeface="+mn-cs"/>
                        </a:rPr>
                        <a:t>Delivers the concrete results of an agent's work, ensuring structured and retrievable outputs.</a:t>
                      </a:r>
                      <a:endParaRPr lang="en-IN" sz="1600" dirty="0"/>
                    </a:p>
                  </a:txBody>
                  <a:tcPr/>
                </a:tc>
                <a:extLst>
                  <a:ext uri="{0D108BD9-81ED-4DB2-BD59-A6C34878D82A}">
                    <a16:rowId xmlns:a16="http://schemas.microsoft.com/office/drawing/2014/main" val="4205041239"/>
                  </a:ext>
                </a:extLst>
              </a:tr>
            </a:tbl>
          </a:graphicData>
        </a:graphic>
      </p:graphicFrame>
    </p:spTree>
    <p:extLst>
      <p:ext uri="{BB962C8B-B14F-4D97-AF65-F5344CB8AC3E}">
        <p14:creationId xmlns:p14="http://schemas.microsoft.com/office/powerpoint/2010/main" val="905805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480</Words>
  <Application>Microsoft Office PowerPoint</Application>
  <PresentationFormat>Widescreen</PresentationFormat>
  <Paragraphs>54</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Courier New</vt:lpstr>
      <vt:lpstr>Google Sans</vt:lpstr>
      <vt:lpstr>Roboto Mono</vt:lpstr>
      <vt:lpstr>Office Theme</vt:lpstr>
      <vt:lpstr>Architectural Anatomy of the A2A Protocol</vt:lpstr>
      <vt:lpstr>The A2A Request Lifecycle</vt:lpstr>
      <vt:lpstr>JSON-RPC Transport Stream in A2A</vt:lpstr>
      <vt:lpstr>PowerPoint Presentation</vt:lpstr>
      <vt:lpstr>A2A Agent Card</vt:lpstr>
      <vt:lpstr>PowerPoint Presentation</vt:lpstr>
      <vt:lpstr>Auth Mechanisms in A2A</vt:lpstr>
      <vt:lpstr>PowerPoint Presentation</vt:lpstr>
      <vt:lpstr>“Tasks” – Stateful Units of Work</vt:lpstr>
      <vt:lpstr>“Messages”, “Parts” and “Artifacts”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2025-12-20T11:50:09Z</dcterms:created>
  <dcterms:modified xsi:type="dcterms:W3CDTF">2025-12-20T12:18:21Z</dcterms:modified>
</cp:coreProperties>
</file>