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284CAE-349F-4519-8BA7-7CE4774461F2}" v="8" dt="2025-12-20T10:58:27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ljot bakshi" userId="e18f591f5991c12c" providerId="LiveId" clId="{848BE52E-FEF7-44CF-B8AB-7264220E5FAA}"/>
    <pc:docChg chg="custSel addSld delSld modSld">
      <pc:chgData name="kuljot bakshi" userId="e18f591f5991c12c" providerId="LiveId" clId="{848BE52E-FEF7-44CF-B8AB-7264220E5FAA}" dt="2025-12-20T10:58:33.694" v="97" actId="14100"/>
      <pc:docMkLst>
        <pc:docMk/>
      </pc:docMkLst>
      <pc:sldChg chg="addSp delSp modSp new mod">
        <pc:chgData name="kuljot bakshi" userId="e18f591f5991c12c" providerId="LiveId" clId="{848BE52E-FEF7-44CF-B8AB-7264220E5FAA}" dt="2025-12-20T10:43:40.788" v="49" actId="14100"/>
        <pc:sldMkLst>
          <pc:docMk/>
          <pc:sldMk cId="254051108" sldId="259"/>
        </pc:sldMkLst>
        <pc:spChg chg="mod">
          <ac:chgData name="kuljot bakshi" userId="e18f591f5991c12c" providerId="LiveId" clId="{848BE52E-FEF7-44CF-B8AB-7264220E5FAA}" dt="2025-12-20T10:43:05.281" v="34" actId="1076"/>
          <ac:spMkLst>
            <pc:docMk/>
            <pc:sldMk cId="254051108" sldId="259"/>
            <ac:spMk id="2" creationId="{89F6DEDD-FA6A-AF88-4728-0CD4331A11CE}"/>
          </ac:spMkLst>
        </pc:spChg>
        <pc:spChg chg="del">
          <ac:chgData name="kuljot bakshi" userId="e18f591f5991c12c" providerId="LiveId" clId="{848BE52E-FEF7-44CF-B8AB-7264220E5FAA}" dt="2025-12-20T10:42:54.797" v="32"/>
          <ac:spMkLst>
            <pc:docMk/>
            <pc:sldMk cId="254051108" sldId="259"/>
            <ac:spMk id="3" creationId="{0942ED5B-6CF4-81C8-AFA5-BBA972486135}"/>
          </ac:spMkLst>
        </pc:spChg>
        <pc:spChg chg="add mod">
          <ac:chgData name="kuljot bakshi" userId="e18f591f5991c12c" providerId="LiveId" clId="{848BE52E-FEF7-44CF-B8AB-7264220E5FAA}" dt="2025-12-20T10:43:40.788" v="49" actId="14100"/>
          <ac:spMkLst>
            <pc:docMk/>
            <pc:sldMk cId="254051108" sldId="259"/>
            <ac:spMk id="5" creationId="{274F2AC8-93F0-CECB-330F-C5F1524FEBFE}"/>
          </ac:spMkLst>
        </pc:spChg>
        <pc:picChg chg="add mod">
          <ac:chgData name="kuljot bakshi" userId="e18f591f5991c12c" providerId="LiveId" clId="{848BE52E-FEF7-44CF-B8AB-7264220E5FAA}" dt="2025-12-20T10:43:24.460" v="41" actId="1076"/>
          <ac:picMkLst>
            <pc:docMk/>
            <pc:sldMk cId="254051108" sldId="259"/>
            <ac:picMk id="4098" creationId="{888D1EF3-B63D-9126-AA79-600822CDB5EC}"/>
          </ac:picMkLst>
        </pc:picChg>
      </pc:sldChg>
      <pc:sldChg chg="addSp delSp modSp new mod">
        <pc:chgData name="kuljot bakshi" userId="e18f591f5991c12c" providerId="LiveId" clId="{848BE52E-FEF7-44CF-B8AB-7264220E5FAA}" dt="2025-12-20T10:58:33.694" v="97" actId="14100"/>
        <pc:sldMkLst>
          <pc:docMk/>
          <pc:sldMk cId="330001290" sldId="260"/>
        </pc:sldMkLst>
        <pc:spChg chg="del">
          <ac:chgData name="kuljot bakshi" userId="e18f591f5991c12c" providerId="LiveId" clId="{848BE52E-FEF7-44CF-B8AB-7264220E5FAA}" dt="2025-12-20T10:58:28.781" v="95" actId="478"/>
          <ac:spMkLst>
            <pc:docMk/>
            <pc:sldMk cId="330001290" sldId="260"/>
            <ac:spMk id="2" creationId="{C08EEB41-E95D-DCFE-1F9D-05E49D9FF389}"/>
          </ac:spMkLst>
        </pc:spChg>
        <pc:spChg chg="del">
          <ac:chgData name="kuljot bakshi" userId="e18f591f5991c12c" providerId="LiveId" clId="{848BE52E-FEF7-44CF-B8AB-7264220E5FAA}" dt="2025-12-20T10:58:27.216" v="94"/>
          <ac:spMkLst>
            <pc:docMk/>
            <pc:sldMk cId="330001290" sldId="260"/>
            <ac:spMk id="3" creationId="{1AA6CBF9-60C7-C57C-B5DE-219B0B740911}"/>
          </ac:spMkLst>
        </pc:spChg>
        <pc:picChg chg="add mod">
          <ac:chgData name="kuljot bakshi" userId="e18f591f5991c12c" providerId="LiveId" clId="{848BE52E-FEF7-44CF-B8AB-7264220E5FAA}" dt="2025-12-20T10:58:33.694" v="97" actId="14100"/>
          <ac:picMkLst>
            <pc:docMk/>
            <pc:sldMk cId="330001290" sldId="260"/>
            <ac:picMk id="5" creationId="{AC33CD58-9F5E-4E5A-F86A-D54ACA4AE1D6}"/>
          </ac:picMkLst>
        </pc:picChg>
      </pc:sldChg>
      <pc:sldChg chg="modSp new del mod">
        <pc:chgData name="kuljot bakshi" userId="e18f591f5991c12c" providerId="LiveId" clId="{848BE52E-FEF7-44CF-B8AB-7264220E5FAA}" dt="2025-12-20T10:44:50.230" v="92" actId="47"/>
        <pc:sldMkLst>
          <pc:docMk/>
          <pc:sldMk cId="4220679926" sldId="260"/>
        </pc:sldMkLst>
        <pc:spChg chg="mod">
          <ac:chgData name="kuljot bakshi" userId="e18f591f5991c12c" providerId="LiveId" clId="{848BE52E-FEF7-44CF-B8AB-7264220E5FAA}" dt="2025-12-20T10:44:17.154" v="91" actId="1076"/>
          <ac:spMkLst>
            <pc:docMk/>
            <pc:sldMk cId="4220679926" sldId="260"/>
            <ac:spMk id="2" creationId="{62380D8D-3010-0F1E-E2C1-64EE8C49D0B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891AE-25D6-CAD6-8DC4-1C28CDB2B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152EF-12BB-C8D4-8B0A-002498F1E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0273B-CAB3-B9DF-30DB-B134616C4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AF57-BB5C-4B18-AE9A-103FF2100CF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6F7F1-6A93-4DEC-C48C-96F6BB198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8D2F0-A92E-784D-B4CF-191747BC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2FD8D-A903-4AB6-A296-D98BDC634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499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CB85-F76A-F009-45F7-8FB1DAA13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208DB-491F-F75A-C848-0A1281543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87296-8C32-66D9-31B2-CFA7A5D98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AF57-BB5C-4B18-AE9A-103FF2100CF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0823A-D812-35F7-D951-FE049FD5D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2C12C-8FBA-0B1E-9796-43A2BBBB6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2FD8D-A903-4AB6-A296-D98BDC634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55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68B79-1ABD-9CDB-34FE-D542567DF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C64B1-2D06-5D77-079F-C1335DDAD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DAD20-BAC4-D158-5ED9-39691E155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AF57-BB5C-4B18-AE9A-103FF2100CF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852D2-CF56-9256-94B2-D2550861C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0B951-517A-20A8-8688-AD30313F6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2FD8D-A903-4AB6-A296-D98BDC634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485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E66B2-0705-E3EA-2B26-98B1ED159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66A38-65C5-7371-F1A0-DC402EFFB8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6FFCD-06E3-7E06-0711-53EDF11B9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71FD4-752F-2C0D-F926-5186A50E6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AF57-BB5C-4B18-AE9A-103FF2100CF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0DEE03-08A5-47FB-41E4-98D19F915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818C8-F161-98D4-0EB4-077C53B2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2FD8D-A903-4AB6-A296-D98BDC634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649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919C1-4586-8CEA-E9D8-E57C168A6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48D7B-EDB3-2CA7-9B1E-10229A782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0845A-A884-EAFC-F4C7-AAA369837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15CD9C-9FF2-2628-B277-343FCBEFDE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05D6F-CC7F-77BF-A0C5-E06FD43DA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B0CE48-8471-1F3E-2050-48B5A6E21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AF57-BB5C-4B18-AE9A-103FF2100CF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139A34-D23E-5CAF-3F16-0BF03CE02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14C5B4-6B6B-FD3C-2349-13420F2C8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2FD8D-A903-4AB6-A296-D98BDC634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513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0BB01-7A44-31A3-75FE-15355A018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9BF920-F924-B665-8BDE-9BEB69EDC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AF57-BB5C-4B18-AE9A-103FF2100CF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A339D9-64B9-9827-B881-17AE735C0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2D1350-DEF0-7941-5317-0BAF76FFE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2FD8D-A903-4AB6-A296-D98BDC634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36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10EC5B-39C3-8CD9-A607-10146B881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AF57-BB5C-4B18-AE9A-103FF2100CF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EC3799-4592-8AB9-36D8-A14BF59CE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D5D45-C805-2186-2172-1CA96AB37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2FD8D-A903-4AB6-A296-D98BDC634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821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FB2D6-16ED-CB0C-33EC-9A83ABAAF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77C79-3384-2094-499B-8AD1FBE81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BE2961-35BB-FB40-9D31-955317AB8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0C9C2-D886-6D51-D3A8-EEA57F82A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AF57-BB5C-4B18-AE9A-103FF2100CF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A69AC-5DF5-8DC6-63F2-E0D48654A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F7AAA-7568-BA7B-2CFA-6B6BB02C9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2FD8D-A903-4AB6-A296-D98BDC634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281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6BC24-F22A-C8B1-D52D-94B9D2CB2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E8ED49-5927-151F-E54C-BC72448DE7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FE10AA-8578-BCDA-259F-21DE759DC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30ABE-A2A2-2AF7-20BD-24BEB8EDB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AF57-BB5C-4B18-AE9A-103FF2100CF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E27A9-8C26-FA68-640F-0E7280FEE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E0111-248A-E5FD-BA29-8EE5F578A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2FD8D-A903-4AB6-A296-D98BDC634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780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67D8B-526A-B4F4-11E4-083E97414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636DCC-4054-4DCD-CC7D-7D02D56B1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D1C6C-1702-B608-4626-B84EB28B2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AF57-BB5C-4B18-AE9A-103FF2100CF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2CCEA-84DF-B5E0-5BA1-32734C449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63E05-FF46-5806-EEEC-01DC99C1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2FD8D-A903-4AB6-A296-D98BDC634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69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C154C5-C3FE-4324-B303-A64A136E5A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4CE2A-EE7B-C281-D6B9-55D2B439D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5082E-5766-2FB0-3402-323232344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AF57-BB5C-4B18-AE9A-103FF2100CF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8F721-565A-528E-6896-DD3A60EC7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6D1C5-0977-E568-A04B-C6673EAFA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2FD8D-A903-4AB6-A296-D98BDC634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314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997B2E-DBEA-FD4C-95AE-9C5309ABF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0D495-EAFB-1CAC-5250-2EE09383D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48A4E-0068-83CE-9C03-D36B45A299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F4AF57-BB5C-4B18-AE9A-103FF2100CF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67B59-0CCE-6C97-34B9-E3E9E03B5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89BA0-AA5B-562F-1311-B7F2B0673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2FD8D-A903-4AB6-A296-D98BDC634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390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7410B-402B-7A50-9686-4440026D09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7015" y="2858695"/>
            <a:ext cx="9144000" cy="2387600"/>
          </a:xfrm>
        </p:spPr>
        <p:txBody>
          <a:bodyPr/>
          <a:lstStyle/>
          <a:p>
            <a:r>
              <a:rPr lang="en-US" dirty="0"/>
              <a:t>Agent-to-Agent (A2A)</a:t>
            </a:r>
            <a:endParaRPr lang="en-IN" dirty="0"/>
          </a:p>
        </p:txBody>
      </p:sp>
      <p:pic>
        <p:nvPicPr>
          <p:cNvPr id="1026" name="Picture 2" descr="A2A Extensions: Empowering Custom Agent Functionality - Google Developers  Blog">
            <a:extLst>
              <a:ext uri="{FF2B5EF4-FFF2-40B4-BE49-F238E27FC236}">
                <a16:creationId xmlns:a16="http://schemas.microsoft.com/office/drawing/2014/main" id="{D68C964A-AC75-DB06-92E9-DC03F8B7E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040" y="1370744"/>
            <a:ext cx="7691919" cy="229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5890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4A260-4C90-787B-9CD9-B13C4A26B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776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The Open Agentic Web</a:t>
            </a:r>
            <a:endParaRPr lang="en-IN" dirty="0"/>
          </a:p>
        </p:txBody>
      </p:sp>
      <p:pic>
        <p:nvPicPr>
          <p:cNvPr id="2054" name="Picture 6" descr="Why You Need To Know About The Agentic Web | by Paul DelSignore | Predict |  Medium">
            <a:extLst>
              <a:ext uri="{FF2B5EF4-FFF2-40B4-BE49-F238E27FC236}">
                <a16:creationId xmlns:a16="http://schemas.microsoft.com/office/drawing/2014/main" id="{17953F62-2031-80EB-6BFC-ADC1D72AC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982" y="1824007"/>
            <a:ext cx="6993275" cy="3933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8041E2-7B5F-B52D-9913-EFC795764468}"/>
              </a:ext>
            </a:extLst>
          </p:cNvPr>
          <p:cNvSpPr txBox="1"/>
          <p:nvPr/>
        </p:nvSpPr>
        <p:spPr>
          <a:xfrm>
            <a:off x="493160" y="1571946"/>
            <a:ext cx="4006921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web is evolving from </a:t>
            </a:r>
            <a:r>
              <a:rPr lang="en-US" b="1" dirty="0"/>
              <a:t>human-driven interactions</a:t>
            </a:r>
            <a:r>
              <a:rPr lang="en-US" dirty="0"/>
              <a:t> to </a:t>
            </a:r>
            <a:r>
              <a:rPr lang="en-US" b="1" dirty="0"/>
              <a:t>agent-driven interactions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EFB7E5-1369-913D-98C7-6D2ADC8DC70A}"/>
              </a:ext>
            </a:extLst>
          </p:cNvPr>
          <p:cNvSpPr txBox="1"/>
          <p:nvPr/>
        </p:nvSpPr>
        <p:spPr>
          <a:xfrm>
            <a:off x="493160" y="3567499"/>
            <a:ext cx="4006921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Agents are no longer isolated apps — they are </a:t>
            </a:r>
            <a:r>
              <a:rPr lang="en-US" b="1" dirty="0"/>
              <a:t>first-class web citizens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434A2E-48C1-4B70-5EB2-6F8B9007F64C}"/>
              </a:ext>
            </a:extLst>
          </p:cNvPr>
          <p:cNvSpPr txBox="1"/>
          <p:nvPr/>
        </p:nvSpPr>
        <p:spPr>
          <a:xfrm>
            <a:off x="430230" y="5286054"/>
            <a:ext cx="4069851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A2A enables agents to talk to other agents</a:t>
            </a:r>
            <a:r>
              <a:rPr lang="en-US" dirty="0"/>
              <a:t>, not just APIs or tools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141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7C22-22A5-714C-399F-D504EFE55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909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Introducing A2A</a:t>
            </a:r>
            <a:endParaRPr lang="en-IN" dirty="0"/>
          </a:p>
        </p:txBody>
      </p:sp>
      <p:pic>
        <p:nvPicPr>
          <p:cNvPr id="3074" name="Picture 2" descr="an illustrated flow chart showing the flow of data between the remote agent and the client agent to produce secure collaboration, task and state management, user experience negotiation, and capability discovery">
            <a:extLst>
              <a:ext uri="{FF2B5EF4-FFF2-40B4-BE49-F238E27FC236}">
                <a16:creationId xmlns:a16="http://schemas.microsoft.com/office/drawing/2014/main" id="{8157CDE9-DCF0-7A6F-1184-AB5E987210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0998" y="1519613"/>
            <a:ext cx="6097712" cy="4337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33C92D-EF2A-F901-B85D-C57797376FC7}"/>
              </a:ext>
            </a:extLst>
          </p:cNvPr>
          <p:cNvSpPr txBox="1"/>
          <p:nvPr/>
        </p:nvSpPr>
        <p:spPr>
          <a:xfrm>
            <a:off x="468329" y="2024278"/>
            <a:ext cx="5502669" cy="313932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High-level flow</a:t>
            </a:r>
          </a:p>
          <a:p>
            <a:endParaRPr lang="en-US" b="1" dirty="0"/>
          </a:p>
          <a:p>
            <a:r>
              <a:rPr lang="en-US" dirty="0"/>
              <a:t>1) A </a:t>
            </a:r>
            <a:r>
              <a:rPr lang="en-US" b="1" dirty="0"/>
              <a:t>Client Agent</a:t>
            </a:r>
            <a:r>
              <a:rPr lang="en-US" dirty="0"/>
              <a:t> delegates work to a </a:t>
            </a:r>
            <a:r>
              <a:rPr lang="en-US" b="1" dirty="0"/>
              <a:t>Remote Agent</a:t>
            </a:r>
            <a:endParaRPr lang="en-US" dirty="0"/>
          </a:p>
          <a:p>
            <a:endParaRPr lang="en-US" dirty="0"/>
          </a:p>
          <a:p>
            <a:r>
              <a:rPr lang="en-US" dirty="0"/>
              <a:t>2) The Remote Agent evaluates the request and responds </a:t>
            </a:r>
            <a:r>
              <a:rPr lang="en-US" b="1" dirty="0"/>
              <a:t>per capability and policy</a:t>
            </a:r>
            <a:endParaRPr lang="en-US" dirty="0"/>
          </a:p>
          <a:p>
            <a:endParaRPr lang="en-US" dirty="0"/>
          </a:p>
          <a:p>
            <a:r>
              <a:rPr lang="en-US" dirty="0"/>
              <a:t>3) Results are returned with </a:t>
            </a:r>
            <a:r>
              <a:rPr lang="en-US" b="1" dirty="0"/>
              <a:t>explicit success / failure signals</a:t>
            </a:r>
            <a:endParaRPr lang="en-US" dirty="0"/>
          </a:p>
          <a:p>
            <a:endParaRPr lang="en-US" dirty="0"/>
          </a:p>
          <a:p>
            <a:r>
              <a:rPr lang="en-US" dirty="0"/>
              <a:t>4) Interaction is </a:t>
            </a:r>
            <a:r>
              <a:rPr lang="en-US" b="1" dirty="0"/>
              <a:t>agent-native</a:t>
            </a:r>
            <a:r>
              <a:rPr lang="en-US" dirty="0"/>
              <a:t>, not just API calls</a:t>
            </a:r>
          </a:p>
        </p:txBody>
      </p:sp>
    </p:spTree>
    <p:extLst>
      <p:ext uri="{BB962C8B-B14F-4D97-AF65-F5344CB8AC3E}">
        <p14:creationId xmlns:p14="http://schemas.microsoft.com/office/powerpoint/2010/main" val="2315953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6DEDD-FA6A-AF88-4728-0CD4331A1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050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How Does A2A work with MCP?</a:t>
            </a:r>
            <a:endParaRPr lang="en-IN" dirty="0"/>
          </a:p>
        </p:txBody>
      </p:sp>
      <p:pic>
        <p:nvPicPr>
          <p:cNvPr id="4098" name="Picture 2" descr="A2A MCP Graphic">
            <a:extLst>
              <a:ext uri="{FF2B5EF4-FFF2-40B4-BE49-F238E27FC236}">
                <a16:creationId xmlns:a16="http://schemas.microsoft.com/office/drawing/2014/main" id="{888D1EF3-B63D-9126-AA79-600822CDB5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783" y="1105061"/>
            <a:ext cx="6651907" cy="4962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4F2AC8-93F0-CECB-330F-C5F1524FEBFE}"/>
              </a:ext>
            </a:extLst>
          </p:cNvPr>
          <p:cNvSpPr txBox="1"/>
          <p:nvPr/>
        </p:nvSpPr>
        <p:spPr>
          <a:xfrm>
            <a:off x="295310" y="2375723"/>
            <a:ext cx="4554092" cy="175432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MCP connects agents to tools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A2A connects agents to other agents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Together, they enable </a:t>
            </a:r>
            <a:r>
              <a:rPr lang="en-US" b="1" dirty="0"/>
              <a:t>open, interoperable agent ecosystems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51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33CD58-9F5E-4E5A-F86A-D54ACA4AE1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844"/>
            <a:ext cx="12211212" cy="6870843"/>
          </a:xfrm>
        </p:spPr>
      </p:pic>
    </p:spTree>
    <p:extLst>
      <p:ext uri="{BB962C8B-B14F-4D97-AF65-F5344CB8AC3E}">
        <p14:creationId xmlns:p14="http://schemas.microsoft.com/office/powerpoint/2010/main" val="330001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121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Agent-to-Agent (A2A)</vt:lpstr>
      <vt:lpstr>The Open Agentic Web</vt:lpstr>
      <vt:lpstr>Introducing A2A</vt:lpstr>
      <vt:lpstr>How Does A2A work with MCP?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2025-12-20T10:35:09Z</dcterms:created>
  <dcterms:modified xsi:type="dcterms:W3CDTF">2025-12-20T10:58:35Z</dcterms:modified>
</cp:coreProperties>
</file>